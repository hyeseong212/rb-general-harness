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d56e9edc0c4d55" /><Relationship Type="http://schemas.openxmlformats.org/officeDocument/2006/relationships/extended-properties" Target="/docProps/app.xml" Id="Rdd47169a02b04a74" /><Relationship Type="http://schemas.openxmlformats.org/officeDocument/2006/relationships/officeDocument" Target="/ppt/presentation.xml" Id="R3c34ab9d1e854f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6190801e9448f6"/>
  </p:sldMasterIdLst>
  <p:notesMasterIdLst>
    <p:notesMasterId xmlns:r="http://schemas.openxmlformats.org/officeDocument/2006/relationships" r:id="Rc4a98e2593304bd5"/>
  </p:notesMasterIdLst>
  <p:sldIdLst>
    <p:sldId xmlns:r="http://schemas.openxmlformats.org/officeDocument/2006/relationships" id="256" r:id="Rcff546adbf1b4eca"/>
    <p:sldId xmlns:r="http://schemas.openxmlformats.org/officeDocument/2006/relationships" id="257" r:id="R1ce7275adebc4798"/>
    <p:sldId xmlns:r="http://schemas.openxmlformats.org/officeDocument/2006/relationships" id="258" r:id="R13859e20177e4e01"/>
    <p:sldId xmlns:r="http://schemas.openxmlformats.org/officeDocument/2006/relationships" id="259" r:id="Rbd753ecebbfb464b"/>
    <p:sldId xmlns:r="http://schemas.openxmlformats.org/officeDocument/2006/relationships" id="260" r:id="R3ab9056c82eb4f1c"/>
    <p:sldId xmlns:r="http://schemas.openxmlformats.org/officeDocument/2006/relationships" id="261" r:id="Rdda5ed3c60204289"/>
    <p:sldId xmlns:r="http://schemas.openxmlformats.org/officeDocument/2006/relationships" id="262" r:id="R9a5202314e594c6e"/>
    <p:sldId xmlns:r="http://schemas.openxmlformats.org/officeDocument/2006/relationships" id="263" r:id="R143b8267d4f346d5"/>
    <p:sldId xmlns:r="http://schemas.openxmlformats.org/officeDocument/2006/relationships" id="264" r:id="R2e4a424264ca4837"/>
    <p:sldId xmlns:r="http://schemas.openxmlformats.org/officeDocument/2006/relationships" id="265" r:id="Re584f4a49f404c6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6190801e9448f6" /><Relationship Type="http://schemas.openxmlformats.org/officeDocument/2006/relationships/theme" Target="/ppt/theme/theme1.xml" Id="Ra027233277f3482f" /><Relationship Type="http://schemas.openxmlformats.org/officeDocument/2006/relationships/notesMaster" Target="/ppt/notesMasters/notesMaster1.xml" Id="Rc4a98e2593304bd5" /><Relationship Type="http://schemas.openxmlformats.org/officeDocument/2006/relationships/presProps" Target="/ppt/presProps.xml" Id="Rf7689615beef4ed3" /><Relationship Type="http://schemas.openxmlformats.org/officeDocument/2006/relationships/viewProps" Target="/ppt/viewProps.xml" Id="Ra7598bea7e6b4a9e" /><Relationship Type="http://schemas.openxmlformats.org/officeDocument/2006/relationships/tableStyles" Target="/ppt/tableStyles.xml" Id="R950a7c04d5d6441e" /><Relationship Type="http://schemas.openxmlformats.org/officeDocument/2006/relationships/slide" Target="/ppt/slides/slide1.xml" Id="Rcff546adbf1b4eca" /><Relationship Type="http://schemas.openxmlformats.org/officeDocument/2006/relationships/slide" Target="/ppt/slides/slide2.xml" Id="R1ce7275adebc4798" /><Relationship Type="http://schemas.openxmlformats.org/officeDocument/2006/relationships/slide" Target="/ppt/slides/slide3.xml" Id="R13859e20177e4e01" /><Relationship Type="http://schemas.openxmlformats.org/officeDocument/2006/relationships/slide" Target="/ppt/slides/slide4.xml" Id="Rbd753ecebbfb464b" /><Relationship Type="http://schemas.openxmlformats.org/officeDocument/2006/relationships/slide" Target="/ppt/slides/slide5.xml" Id="R3ab9056c82eb4f1c" /><Relationship Type="http://schemas.openxmlformats.org/officeDocument/2006/relationships/slide" Target="/ppt/slides/slide6.xml" Id="Rdda5ed3c60204289" /><Relationship Type="http://schemas.openxmlformats.org/officeDocument/2006/relationships/slide" Target="/ppt/slides/slide7.xml" Id="R9a5202314e594c6e" /><Relationship Type="http://schemas.openxmlformats.org/officeDocument/2006/relationships/slide" Target="/ppt/slides/slide8.xml" Id="R143b8267d4f346d5" /><Relationship Type="http://schemas.openxmlformats.org/officeDocument/2006/relationships/slide" Target="/ppt/slides/slide9.xml" Id="R2e4a424264ca4837" /><Relationship Type="http://schemas.openxmlformats.org/officeDocument/2006/relationships/slide" Target="/ppt/slides/slide10.xml" Id="Re584f4a49f404c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1202d273eb840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79c987f6774242" /><Relationship Type="http://schemas.openxmlformats.org/officeDocument/2006/relationships/notesMaster" Target="/ppt/notesMasters/notesMaster1.xml" Id="R002ee4ff21724e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f17faeede048d3" /><Relationship Type="http://schemas.openxmlformats.org/officeDocument/2006/relationships/notesMaster" Target="/ppt/notesMasters/notesMaster1.xml" Id="R3363e006380940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0a049ea8034893" /><Relationship Type="http://schemas.openxmlformats.org/officeDocument/2006/relationships/notesMaster" Target="/ppt/notesMasters/notesMaster1.xml" Id="Rd4e27771e93d45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bb3615c5044567" /><Relationship Type="http://schemas.openxmlformats.org/officeDocument/2006/relationships/notesMaster" Target="/ppt/notesMasters/notesMaster1.xml" Id="Ra257341662c942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26d6c17b2d4d01" /><Relationship Type="http://schemas.openxmlformats.org/officeDocument/2006/relationships/notesMaster" Target="/ppt/notesMasters/notesMaster1.xml" Id="Radb7a8e7bbb84c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6ca74054494251" /><Relationship Type="http://schemas.openxmlformats.org/officeDocument/2006/relationships/notesMaster" Target="/ppt/notesMasters/notesMaster1.xml" Id="R5be54c2275224d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3ab0d25aad4597" /><Relationship Type="http://schemas.openxmlformats.org/officeDocument/2006/relationships/notesMaster" Target="/ppt/notesMasters/notesMaster1.xml" Id="R7571e7ad4f6440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c1d013488244cc" /><Relationship Type="http://schemas.openxmlformats.org/officeDocument/2006/relationships/notesMaster" Target="/ppt/notesMasters/notesMaster1.xml" Id="R9f81aeaf216241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1f7ee969e34af6" /><Relationship Type="http://schemas.openxmlformats.org/officeDocument/2006/relationships/notesMaster" Target="/ppt/notesMasters/notesMaster1.xml" Id="Rd7dbac65981d42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7a0e7d61f54e04" /><Relationship Type="http://schemas.openxmlformats.org/officeDocument/2006/relationships/notesMaster" Target="/ppt/notesMasters/notesMaster1.xml" Id="Rf511630d773a49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cca30ec35b40f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e3162b56a464acb" /><Relationship Type="http://schemas.openxmlformats.org/officeDocument/2006/relationships/slideLayout" Target="/ppt/slideLayouts/slideLayout2.xml" Id="R4e03ea8b1e514c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03ea8b1e514c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2eb6e82c88439d" /><Relationship Type="http://schemas.openxmlformats.org/officeDocument/2006/relationships/notesSlide" Target="/ppt/notesSlides/notesSlide1.xml" Id="R7dd59d648d6f43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6ed6721c5547fb" /><Relationship Type="http://schemas.openxmlformats.org/officeDocument/2006/relationships/notesSlide" Target="/ppt/notesSlides/notesSlide2.xml" Id="R53553efd8fd947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96a05c23374919" /><Relationship Type="http://schemas.openxmlformats.org/officeDocument/2006/relationships/notesSlide" Target="/ppt/notesSlides/notesSlide3.xml" Id="R9d336a10f0d044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ce66b8bebe455d" /><Relationship Type="http://schemas.openxmlformats.org/officeDocument/2006/relationships/notesSlide" Target="/ppt/notesSlides/notesSlide4.xml" Id="R456fe03b46e047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ed57987ac9449b" /><Relationship Type="http://schemas.openxmlformats.org/officeDocument/2006/relationships/notesSlide" Target="/ppt/notesSlides/notesSlide5.xml" Id="Ra0d60df4f5d847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3444f3444d4beb" /><Relationship Type="http://schemas.openxmlformats.org/officeDocument/2006/relationships/notesSlide" Target="/ppt/notesSlides/notesSlide6.xml" Id="Ra66ba2fbb97d4f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86d75fa8084ac8" /><Relationship Type="http://schemas.openxmlformats.org/officeDocument/2006/relationships/notesSlide" Target="/ppt/notesSlides/notesSlide7.xml" Id="R08c8fa4308134f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fdb0c327444b80" /><Relationship Type="http://schemas.openxmlformats.org/officeDocument/2006/relationships/notesSlide" Target="/ppt/notesSlides/notesSlide8.xml" Id="Red9a55931f6840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38fa2d8632468c" /><Relationship Type="http://schemas.openxmlformats.org/officeDocument/2006/relationships/notesSlide" Target="/ppt/notesSlides/notesSlide9.xml" Id="R1669876193bb4d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c2aa13e9b74bc4" /><Relationship Type="http://schemas.openxmlformats.org/officeDocument/2006/relationships/notesSlide" Target="/ppt/notesSlides/notesSlide10.xml" Id="R2a6603e8109c42d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70AD41-1DE8-4803-B69B-E5B23860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9A986-E7AB-4019-93CD-BB140482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70485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third acting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C4D98-EF72-4CE7-8446-9FD0DF7B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1905000"/>
            <a:ext cx="9715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이승로봇 게임재활</a:t>
            </a:r>
          </a:p>
          <a:p xmlns:a="http://schemas.openxmlformats.org/drawingml/2006/main">
            <a:pPr algn="l">
              <a:defRPr sz="48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MVP-01 화면정의서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8CAA7-5F8C-44A5-A524-0433E92E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432435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대상 기능: 팔 앞으로 뻗기 30초 미션</a:t>
            </a:r>
          </a:p>
          <a:p xmlns:a="http://schemas.openxmlformats.org/drawingml/2006/main">
            <a:pPr algn="l">
              <a:defRPr sz="2100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문서 목적: 개발 티켓 작성 전 화면·상태·데이터 항목 확정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62DBE-09A0-4D6C-93AD-60E828B5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0" y="1809750"/>
            <a:ext cx="4953000" cy="4953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1A396-F8A4-48CF-B5FE-EABB1E1D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0" y="1809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F6A4A"/>
          </a:solidFill>
          <a:ln xmlns:a="http://schemas.openxmlformats.org/drawingml/2006/main" w="0">
            <a:solidFill>
              <a:srgbClr val="0F6A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85329-86A7-4752-9ED7-8D3E4FA5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0" y="1962150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A"/>
          </a:solidFill>
          <a:ln xmlns:a="http://schemas.openxmlformats.org/drawingml/2006/main" w="0">
            <a:solidFill>
              <a:srgbClr val="0F6A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문서 요약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60736-217D-43AC-B951-B71388F9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53850" y="26289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범위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08F4C4-6170-4CC7-B15F-3370B89C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20700" y="262890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환자 화면 5개 + 치료사 화면 1개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F4C5DD-C673-4CC8-9D9F-523EF40A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53850" y="302895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CD3F3A-9973-464C-8913-391F134F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53850" y="31623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91222-0EF5-4F9B-A90A-C28B8A1F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20700" y="316230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READY / ACTIVE / REST / STOPPED / COMPLETE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B3B432-A8FA-4508-AA11-6A12293D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53850" y="356235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ACD50-3312-425C-AFAC-E7AD93E6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53850" y="36957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데이터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40FD8F-E83D-44B6-8B9F-597CA48A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20700" y="369570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Exercise / Mission / Session / EventLog / SafetyInput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9D0C0B-AF6F-4A11-A09E-5984C0F6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53850" y="409575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ECC89-E434-4B0A-BA5C-D4B6DB56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53850" y="42291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금지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18F43C-9F83-4479-B6C9-8A6752C2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20700" y="422910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회복·효과·기능 향상 단정 문구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FF6187-6F90-40A0-AF48-25298CC2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53850" y="462915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9B233C-E6E2-4F2E-A78E-AD6ED23E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0" y="7639050"/>
            <a:ext cx="628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산출물은 발표 문구가 아니라 화면정의서 초안입니다.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87F6B2-2FF6-4D98-B960-9AB14FD0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1D95E0-DDF1-416A-B385-40F4EFC1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428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외부 PRD·user story·wireframe·alert 자료를 다운로드 후 실무 항목만 반영</a:t>
            </a:r>
          </a:p>
        </p:txBody>
      </p:sp>
    </p:spTree>
    <p:extLst>
      <p:ext uri="{BB962C8B-B14F-4D97-AF65-F5344CB8AC3E}">
        <p14:creationId xmlns:p14="http://schemas.microsoft.com/office/powerpoint/2010/main" val="14534417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B7D9E9-3244-439A-A9C1-614EC8B2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DFD0E-3CC9-4205-9FC9-50C32E76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하네스 적용표</a:t>
            </a:r>
          </a:p>
        </p:txBody>
      </p:sp>
      <p:sp>
        <p:nvSpPr>
          <p:cNvPr id="3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0168286F-2350-414F-9970-5BDB587D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390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다운로드 자료에서 적용한 실무 항목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751BA-54E4-4C85-82D8-34009F43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CAA64-583C-4922-867C-EB308D46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2857500"/>
            <a:ext cx="342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578EC-9992-471D-AB1D-992D3F92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2990850"/>
            <a:ext cx="327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출처 유형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196E4-0006-4003-B44B-61563BA4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285750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93696-640B-4BA4-ABEC-4C6E8811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200" y="2990850"/>
            <a:ext cx="6705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PPT에 반영한 항목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A45E29-0786-479D-A492-3B8673D1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285750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D88A1-B4DA-44B4-A1EB-EE0145AD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7200" y="2990850"/>
            <a:ext cx="4800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적용 위치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00FCD-0065-4A5F-A55D-4296E175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3733800"/>
            <a:ext cx="342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EB0967-203F-4B9E-86F1-788BB426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3867150"/>
            <a:ext cx="320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CDEEA-2146-4D1F-9D0E-80A80AF0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373380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818C68-E982-456E-94C0-FDE9F422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3867150"/>
            <a:ext cx="6629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범위, 기능, 제약, 릴리즈 기준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2ABAAE-8DC2-4693-B74A-8C4B430B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373380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2F4397-A0F5-46F6-8A26-5346CBD7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25300" y="3867150"/>
            <a:ext cx="472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1, 10페이지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90E171-7747-4D9F-95BC-FF95E345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4610100"/>
            <a:ext cx="342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6657AB-1DF3-4A6C-8E83-C8F0C737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4743450"/>
            <a:ext cx="320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User story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B9327C-CA1D-4010-88B7-963ADF80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461010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7D38CC-5B4D-481C-A59F-204DE03F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4743450"/>
            <a:ext cx="6629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actor, action, goal, 완료 조건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701A16-7F67-4FCC-9D35-C4148F40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461010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2055CF-4446-4F34-9D45-E5666E6F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25300" y="4743450"/>
            <a:ext cx="472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10페이지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0D5C05-C562-4829-9500-8CADECF2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5486400"/>
            <a:ext cx="342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A9FB95-BE93-408C-A55C-2C3133CD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5619750"/>
            <a:ext cx="320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Wireframe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6842A4-C606-4E6B-A05F-F4149440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548640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1BE655-EFD8-4326-A7A7-0CE75E93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5619750"/>
            <a:ext cx="6629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화면 제목, 요소, 다음 화면, 상태 변화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5F81DD-28CC-4DC9-9D64-513AFD3C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548640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9C1E7F-B0EC-4344-929D-6D0C10E3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25300" y="5619750"/>
            <a:ext cx="472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3~8페이지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BEB21E-B50B-4653-94AF-F4C0E9C0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6362700"/>
            <a:ext cx="342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97634D-472B-4BD0-A7A3-74B3BA8B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6496050"/>
            <a:ext cx="320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Alert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D39C03-23AB-496D-82F2-C68E3FC3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636270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4F89AE-18FC-41A2-931A-B651374C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6496050"/>
            <a:ext cx="6629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오류/검증 메시지, 중단/파괴성 액션 확인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035249-3BFE-48C2-8C90-079481E5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636270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6C960F-471C-4BE5-A24B-1B36DE63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25300" y="6496050"/>
            <a:ext cx="472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6, 7페이지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DB6400-235D-4F95-AE07-3536A454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7239000"/>
            <a:ext cx="342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52D11D-7295-4028-B4E8-87E05ACA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7372350"/>
            <a:ext cx="320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Accessibility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B028F8-F357-404D-9E3A-4E86461D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723900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496A1C-730F-45C5-A562-D6E40491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7372350"/>
            <a:ext cx="6629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레이블, 상태 알림, 버튼 초점 순서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9F7B2E-1091-4A24-B27B-4916F34D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723900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6124CA-2BEA-4543-BDB2-79040FCC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25300" y="7372350"/>
            <a:ext cx="472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9페이지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372B89-2529-4BF7-AECB-A92FD637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0" y="8229600"/>
            <a:ext cx="1466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적용 규칙: 한 슬라이드에 하나의 화면ID 또는 하나의 표만 둔다. 추상 문장은 화면·버튼·필드·상태·이벤트명으로 바꾼다.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1085CD-D0DB-4EF5-A7B6-88E2C84D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A416B5-A4E0-413E-85F9-F97FB770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428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다운로드 로그: third acting/input/외부_UIUX_하네스_다운로드_로그.md</a:t>
            </a:r>
          </a:p>
        </p:txBody>
      </p:sp>
    </p:spTree>
    <p:extLst>
      <p:ext uri="{BB962C8B-B14F-4D97-AF65-F5344CB8AC3E}">
        <p14:creationId xmlns:p14="http://schemas.microsoft.com/office/powerpoint/2010/main" val="13803787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ED2BDA-BCA1-4E82-ABD3-CA02F371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9186E-537D-42C7-9939-A58FEF23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screen catalog</a:t>
            </a:r>
          </a:p>
        </p:txBody>
      </p:sp>
      <p:sp>
        <p:nvSpPr>
          <p:cNvPr id="3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BB8A78B4-3821-4494-B0B3-C596824D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390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화면 목록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625C8-74E3-44DA-9EC3-1EC3D09D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ACB48-2419-468E-8846-2EEDB9F9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6289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3F78E-0874-4CB9-A983-F829F338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2762250"/>
            <a:ext cx="1562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화면ID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DC598D-E8DB-4C15-9D96-90AE0EB7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26289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F9C1F-BC88-466D-98CD-FADD9849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2762250"/>
            <a:ext cx="1562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사용자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E2F7E-B3AE-4FC7-86B5-ABFC8C93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2628900"/>
            <a:ext cx="390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D19AA-207C-4A82-BC31-D016BC76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2762250"/>
            <a:ext cx="3752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화면명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FC5F2-40C7-42EF-8D2B-B632FBBA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262890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54523D-3A2A-4380-8206-0FE11915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3450" y="2762250"/>
            <a:ext cx="4800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진입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1E1A81-DCE3-462C-AC20-8657F073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0" y="262890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A"/>
          </a:solidFill>
          <a:ln xmlns:a="http://schemas.openxmlformats.org/drawingml/2006/main" w="0">
            <a:solidFill>
              <a:srgbClr val="0F6A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ABB3C9-C7DD-4CCA-9CB2-073BAEF8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06450" y="2762250"/>
            <a:ext cx="4800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A"/>
          </a:solidFill>
          <a:ln xmlns:a="http://schemas.openxmlformats.org/drawingml/2006/main" w="0">
            <a:solidFill>
              <a:srgbClr val="0F6A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종료/다음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AF8075-B13F-44FB-B418-755217C4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44805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F07036-A40C-4583-BA43-CC428661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3581400"/>
            <a:ext cx="1485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P-01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DADFEB-5F18-4269-8EC7-6A67AAD5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344805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C5FF9-7176-4FFC-A941-5175AA98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1800" y="3581400"/>
            <a:ext cx="1485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환자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AE0EDF-CD90-454F-9E0B-87B5970D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3448050"/>
            <a:ext cx="390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41496B-F176-42D9-A992-CB4E8D4A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3581400"/>
            <a:ext cx="3676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운동 선택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665AE0-2BE9-4C43-A3AC-BE36CB9C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344805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B06359-C566-4E4A-8B4B-BEB2BD54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1550" y="3581400"/>
            <a:ext cx="4724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앱 진입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4CEF56-E79B-470E-8C01-19682DD3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0" y="344805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EFAAE6-3F08-426C-9B3C-BB6C56F3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44550" y="3581400"/>
            <a:ext cx="4724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P-02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BFBC55-E0D4-4AA6-844B-6D89BC0F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2672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21BE3C-F13E-406E-8294-6A48D296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4400550"/>
            <a:ext cx="1485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P-02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311F4F-4AEF-4E63-8929-015AA5DA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42672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63AFFA-F4D4-4711-8E63-EE1B1F08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1800" y="4400550"/>
            <a:ext cx="1485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환자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46D46C-CECF-45DF-9380-33BCF483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4267200"/>
            <a:ext cx="390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40B98D-A6A3-4D65-BAAE-03F3372D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4400550"/>
            <a:ext cx="3676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미션 안내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FE24A0-074C-4EDC-9EE7-4491AEF1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426720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8E9729-834E-45F7-A459-CB472383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1550" y="4400550"/>
            <a:ext cx="4724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운동 카드 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272280-2B56-4566-B2C9-BC980E3E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0" y="426720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796E27-9CC8-41F7-8494-31870FC5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44550" y="4400550"/>
            <a:ext cx="4724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P-03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BCFDB9-8813-4BD6-A0DE-F57F2B49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508635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59DF9B-13A3-4179-AF0D-B9D76388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5219700"/>
            <a:ext cx="1485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P-03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E60DDF-1A02-4716-A7FD-CF4FB039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508635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BFB949-2FCD-45EF-8F4E-97DE1E42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1800" y="5219700"/>
            <a:ext cx="1485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환자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2E1188-5E86-4F83-B327-A3527650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5086350"/>
            <a:ext cx="390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6AB24E-14AC-411A-858A-D3A45C2C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5219700"/>
            <a:ext cx="3676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미션 수행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9DE361-77EF-4449-9C01-173D5256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508635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0C77AE-C29E-43E5-8D81-D03A6F6D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1550" y="5219700"/>
            <a:ext cx="4724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시작 탭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ECBAC2-314C-4EBE-AF2D-33E6E710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0" y="508635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197A35-28AF-4AD6-84D9-7489288D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44550" y="5219700"/>
            <a:ext cx="4724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P-04/P-05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B83647-894E-4963-A83E-87413132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59055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7FE8AF-D0D3-4475-8A83-37B22EFD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6038850"/>
            <a:ext cx="1485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P-04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3C60ED-053F-494E-AB7F-37B21EC7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59055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3339B22-C54B-4B58-883B-59186EB5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1800" y="6038850"/>
            <a:ext cx="1485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환자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99897F4-D44B-40A9-A6E9-504C789D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5905500"/>
            <a:ext cx="390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66CE0E5-0958-4E74-AEE2-8893B9F3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6038850"/>
            <a:ext cx="3676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휴식·중단 입력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8317C9C-A1D7-4B9F-A86E-98CDE5D1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590550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41959D-D2C9-4B8E-A8D3-DC75873F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1550" y="6038850"/>
            <a:ext cx="4724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쉬어가기/중단 입력 탭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F8F20DE-18DC-4019-9B28-8777C6FB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0" y="590550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69E578D-D2EB-4184-9DB0-9A86D968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44550" y="6038850"/>
            <a:ext cx="4724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P-03/P-05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9F20199-A05A-4B62-8547-6BED9093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672465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0058D8C-8AF7-4A47-B4C3-F2B18CDE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6858000"/>
            <a:ext cx="1485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P-05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72F98DE-5A2F-48AA-BE25-22B2E9B7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672465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8F72B75-EEE5-4AAD-9612-2D7AF686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1800" y="6858000"/>
            <a:ext cx="1485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환자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76B9DF1-1787-46D2-B005-9A350E46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6724650"/>
            <a:ext cx="390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8510002-05C6-4641-B728-8C4C9647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6858000"/>
            <a:ext cx="3676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완료 요약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08A5097-E04C-40FA-BF81-E3BCFC4E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672465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8A9896F-28CD-4256-9765-5A06B38F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1550" y="6858000"/>
            <a:ext cx="4724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시간 종료/중단 저장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265A665-70C8-4D1F-A1D5-B3DBFD1F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0" y="672465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A0AEEF9-16C6-4E8C-9C48-53E07DDA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44550" y="6858000"/>
            <a:ext cx="4724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종료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F0CD44B-7358-4B1D-B578-E7B89119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75438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BA1F94D-9449-4B7F-B64B-6A0937C8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7677150"/>
            <a:ext cx="1485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T-01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B235A80-1AA7-479C-A277-2722FD37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75438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16E7ED0-DF74-4E9C-BF8E-E212DE49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1800" y="7677150"/>
            <a:ext cx="1485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치료사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E46D36A-1099-42EE-AF47-98E819A1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7543800"/>
            <a:ext cx="390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14A4F9F-B0DE-412A-8381-36D375AC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7677150"/>
            <a:ext cx="3676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세션 상세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00E1FFA-1979-400E-B802-0C8752AE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754380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44ED43A-6CC5-45D5-873D-B3568360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1550" y="7677150"/>
            <a:ext cx="4724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세션 목록 탭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4889865-F4D8-4B6B-94F6-FE438129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0" y="754380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7F34245-BF5F-4E23-8941-71C84DB6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44550" y="7677150"/>
            <a:ext cx="4724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메모 저장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8A4758A-E5FD-4060-AB6A-39D93512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8420100"/>
            <a:ext cx="1333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개발 범위: P-01~P-05, T-01. 운영/설정 화면은 v0.2로 이동.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9CA5E58-49D5-4C52-8AC4-024AA22D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0A23F2B-6231-466B-9DA2-E4686E68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428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기획 예시 | 제품 기능·의료 효과로 확정하지 않음 | 재활 전문가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69465187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949C52-434F-4771-8C6E-57673C38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A3C73-041E-479F-8401-361BF0F9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flow / event</a:t>
            </a:r>
          </a:p>
        </p:txBody>
      </p:sp>
      <p:sp>
        <p:nvSpPr>
          <p:cNvPr id="3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F77CBF5B-864F-49C5-A3DB-24D4D73D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390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화면 전환 및 이벤트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6E9FE-92A8-4A8E-BC79-D6DC1BFD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32157-A153-4253-9025-898C7090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3143250"/>
            <a:ext cx="2286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556B1-5391-49A6-9378-A50A85F7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34099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P-01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E8CC9-9640-4A1B-8369-35B89F44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38481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운동 선택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E3C4E-5845-4C65-8155-4BDA0204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4343400"/>
            <a:ext cx="1752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tapExercise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A1548-7E67-4032-BAE3-7A553D13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4700" y="379095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A4CFD-5881-4F5C-8445-4328CA72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3143250"/>
            <a:ext cx="2286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3E1F1D-D8D0-4FA2-A758-5995B008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6700" y="34099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P-02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39A8F1-CDDA-4C18-BA5D-60C9CA9D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8600" y="38481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미션 안내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16002-CFDC-48BA-81AA-56D0139E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6700" y="4343400"/>
            <a:ext cx="1752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tapStart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0265AD-99CA-4691-8BA4-F0A3C013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2200" y="379095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F0E1C1-F105-4845-BE83-81F383D1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3143250"/>
            <a:ext cx="2286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7CEBEE-8717-440A-BF42-03C9D143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34099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P-03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0C5729-F3C3-4C92-B63E-0041F746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38481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미션 수행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5CFA80-19FC-4FC4-8CF3-9BA7257E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4343400"/>
            <a:ext cx="1752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timerTick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5C8778-C90C-40EF-A723-9525A09C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0" y="379095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FF50D5-8B3C-4DC0-BB58-8D535893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3143250"/>
            <a:ext cx="2286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ACE930-EF1A-42BB-8D1C-60620F23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34099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P-04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98C300-F46B-4E70-ADD5-0A8B12A3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0" y="38481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휴식·중단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940C0F-F0EB-49AF-922E-1FDC8340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4343400"/>
            <a:ext cx="1752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tapRest / tapStop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1CC026-7893-499E-8E25-2177B0BA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7200" y="379095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7DC90F-4BBF-458E-A0AF-53928E7C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0" y="3143250"/>
            <a:ext cx="2286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23804A-F8C5-4B86-974E-928DA392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49200" y="34099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P-05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82FB2F-6658-4BCA-8840-1C11F0A4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11100" y="38481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완료 요약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68817E-AB34-4A60-B303-BCE92A2D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49200" y="4343400"/>
            <a:ext cx="1752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saveSession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09A38F-7B12-4E36-85CA-661895BF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44700" y="379095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DF1A12-7327-45ED-AFA8-C0A76F05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0" y="3143250"/>
            <a:ext cx="2286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27D8A0-CA3C-41D5-AE51-E1C7858D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06700" y="34099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T-01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D3F177-913D-4BA2-A467-AF787805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68600" y="38481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세션 상세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18F784-D45B-437F-BDFC-4E0FE07A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06700" y="4343400"/>
            <a:ext cx="1752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openSession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4640C1-068B-42C3-AEFB-BF5115B9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6324600"/>
            <a:ext cx="13335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E8E5"/>
          </a:solidFill>
          <a:ln xmlns:a="http://schemas.openxmlformats.org/drawingml/2006/main" w="0">
            <a:solidFill>
              <a:srgbClr val="FFE8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D04209-255B-4E1D-AA79-33885BC0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6572250"/>
            <a:ext cx="1257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E5"/>
          </a:solidFill>
          <a:ln xmlns:a="http://schemas.openxmlformats.org/drawingml/2006/main" w="0">
            <a:solidFill>
              <a:srgbClr val="FFE8E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483B"/>
                </a:solidFill>
                <a:latin typeface="Pretendard"/>
                <a:ea typeface="Pretendard"/>
                <a:cs typeface="Pretendard"/>
              </a:defRPr>
            </a:pPr>
            <a:r>
              <a:t>예외 분기: P-03에서 `tapStop` 또는 `pain&gt;=1` 입력 시 P-04로 이동, `stop_reason_saved` 저장 후 P-05로 이동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E2CFA1-221B-45A7-8C6B-ABFA9B3F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8096250"/>
            <a:ext cx="1257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모든 버튼은 다음 화면ID와 저장 이벤트명을 가져야 합니다.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FF2E33-E167-401A-820E-93072BD8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86065C-8C51-4D89-A627-B7220DAF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428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기획 예시 | 제품 기능·의료 효과로 확정하지 않음 | 재활 전문가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4833188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F85C34-9F0A-4192-960C-8989D5D6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87A53-D8CC-4819-9908-DA8AEA70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screen spec</a:t>
            </a:r>
          </a:p>
        </p:txBody>
      </p:sp>
      <p:sp>
        <p:nvSpPr>
          <p:cNvPr id="3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A359938E-36BB-4734-9CED-1A522D1C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390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P-01 운동 선택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0CED6-3082-4C32-A435-1F5438A0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BDD22-2A3D-4BD5-B324-E5A9435A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686050"/>
            <a:ext cx="5143500" cy="533400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C2A70-18D6-47E0-BB56-D8CD1BB2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686050"/>
            <a:ext cx="5143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35057-8831-4EA8-8149-6A14C449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28384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화면 기본값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4A6DD-A233-4402-8D3F-EA5C7F6C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35052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사용자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187D76-15E7-49C8-B914-642355B8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350520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환자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96F62-583E-4013-9E26-AF951406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3905250"/>
            <a:ext cx="468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B7845-C6BF-46BA-B215-2D2DFE36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40386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진입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E0E19D-C82B-4263-A32E-E8EA1300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403860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앱 진입 / 홈에서 미션 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9A4DD6-71B2-4E85-8CC3-427326D3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4438650"/>
            <a:ext cx="468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1B09BF-B7F5-4442-B830-1D2A5BDC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45720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57AA30-EF0D-4DD1-B4D9-E4F826FB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457200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운동명, 시간, 자세, reviewStatus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1F587B-7A4E-4FBE-9594-35AC0AEF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4972050"/>
            <a:ext cx="468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B779DB-1D63-4626-99DC-150A0FDA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51054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버튼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811439-FF5A-4C5E-92B0-84DA3BA9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510540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운동 카드, 뒤로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FD026C-A415-4F9A-90FC-365EFB11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5505450"/>
            <a:ext cx="468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942A94-C95D-4737-BDC4-F387E058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56388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다음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3ABC0E-1732-4341-BC68-CCBFAA8B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563880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카드 탭 → P-02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949604-78F1-4AE3-A86F-59137ECA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6038850"/>
            <a:ext cx="468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55FE41-DC75-48B3-BBE6-45B1F857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2686050"/>
            <a:ext cx="4953000" cy="5334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8F3F14-9746-4D92-8165-A3572B0E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26860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FE9ADB-FA3F-40C9-BA53-715D99E8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0" y="2838450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데이터/규칙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1BF03F-5429-4AC5-865B-B5439218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35052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엔티티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BAEFDE-1F7D-42D0-8EB6-93DE0644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3450" y="350520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Exercise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303FC4-F1A8-4784-856C-3433F8FA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390525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8D0CEC-BC0C-4CE3-9E97-C5D3FB4E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40386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필드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24A360-5EF6-4A19-B810-43871647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3450" y="403860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id, name, durationSec, posture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ED9CA5-4293-46D1-BDDB-082DDD07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443865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9ECA80-D463-44AE-8303-553633CE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45720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상태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A3C3BC-BE88-4639-AB7B-AB706094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3450" y="457200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enabled / disabled / requiresReview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6719DE-2452-4309-998F-7100AA14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497205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91B7E4-AB87-4B32-B40C-F5F165DD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51054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비활성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202BFB-5348-4E52-B489-8E6B2A10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3450" y="510540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requiresReview=true이면 시작 불가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B0728A-A30A-41A6-8E61-A2B33F89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550545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3B10BD-AE75-4D83-A415-21D58303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56388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문구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3CCDE5-D726-45A1-A225-72A966E5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3450" y="563880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전문가 확인 후 사용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4607BD-B26F-4064-BC76-E11B0278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603885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C92240-DA4B-4D6E-A3A6-1F96B071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0" y="2686050"/>
            <a:ext cx="4762500" cy="53340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1D4239-C06B-4640-8E07-2958C28F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0" y="2686050"/>
            <a:ext cx="476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6F6E31-5264-490A-BC41-FA7CB931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0" y="283845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완료 조건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502052-1D48-41AC-B394-D66E7B34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11100" y="35052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AC-01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0DB2B2-0F1A-423E-892E-38310D29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7950" y="3505200"/>
            <a:ext cx="276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enabled 운동만 탭 가능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9EDACAA-7EEE-411A-9089-001FA303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11100" y="3905250"/>
            <a:ext cx="430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13A1370-148A-4D45-92DA-A152B3F2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11100" y="40386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AC-02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BD801B-6C12-4202-833E-61596721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7950" y="4038600"/>
            <a:ext cx="276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검토 필요 운동은 회색 처리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0E68B0-D3B3-4F08-9206-5C8113DF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11100" y="4438650"/>
            <a:ext cx="430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363492-B902-4D37-993A-31EE31E6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11100" y="45720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AC-03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EA91983-2A95-4BFB-9F64-A6CFE379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7950" y="4572000"/>
            <a:ext cx="276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운동 카드 탭 시 missionId 생성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1046BD9-876B-40B5-8602-8ACEADD3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11100" y="4972050"/>
            <a:ext cx="430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25AB9C8-01C9-4B16-B27C-54608639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11100" y="51054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AC-04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FB975E2-8EC2-40A4-B3B3-65F805ED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7950" y="5105400"/>
            <a:ext cx="276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P-02에 선택 운동명이 표시됨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9C355BD-980C-4FA4-A606-FA4F06D6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11100" y="5505450"/>
            <a:ext cx="430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9332E15-1483-484B-AA0F-89426F5D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11100" y="56388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AC-05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1FBBCBC-8694-49A6-AD30-CAFFD392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7950" y="5638800"/>
            <a:ext cx="276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화면에 효과/회복 문구 없음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4D62198-BC71-4112-9EF0-BDD539FE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11100" y="6038850"/>
            <a:ext cx="430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EB071FC-261E-47D5-827B-15347B2E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E07ABC0-EA33-4132-ABC4-B7DF037F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428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기획 예시 | 제품 기능·의료 효과로 확정하지 않음 | 재활 전문가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35907936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C52F11-ACC4-4EE7-82A6-278346DF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825F2-536C-4650-938E-195E74DA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screen spec</a:t>
            </a:r>
          </a:p>
        </p:txBody>
      </p:sp>
      <p:sp>
        <p:nvSpPr>
          <p:cNvPr id="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9228FB9E-945F-4B95-BA21-38F35F1A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390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P-02 미션 안내 / P-03 미션 수행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90654-643F-4DC1-81CA-967D9C3B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E1538-1CDE-4C1E-A2AD-4DF82065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266700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4D2DE-5A02-4252-B1F0-C0528C5A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2800350"/>
            <a:ext cx="2324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구분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58406-0C72-4EBF-9000-0592DB83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2667000"/>
            <a:ext cx="685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48128-5813-47A7-96C1-7C109C5C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950" y="2800350"/>
            <a:ext cx="6705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P-02 미션 안내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BEF80-39E8-4005-869C-DF99C066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2667000"/>
            <a:ext cx="685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F6DF0-8833-46BA-A1C3-961CD264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8950" y="2800350"/>
            <a:ext cx="6705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P-03 미션 수행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F18F9-F02A-4DA4-B72D-E93EF691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344805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557937-0CCA-45DC-B026-219695D1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3581400"/>
            <a:ext cx="224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진입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641F68-7232-41E7-AE93-61AE3B57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448050"/>
            <a:ext cx="685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A5BD01-6B4D-4877-A440-99EE8DC5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9050" y="3581400"/>
            <a:ext cx="6629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P-01 운동 카드 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79405-FC29-453C-B752-CC8F3292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3448050"/>
            <a:ext cx="685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903A3D-9008-4CF0-9614-DA68574C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7050" y="3581400"/>
            <a:ext cx="6629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P-02 시작 버튼 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88199-084E-434D-8038-74BE87BB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422910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C01C96-5A38-4267-AE3B-1989C465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4362450"/>
            <a:ext cx="224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표시값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934597-8FCC-41FF-ABC9-68725A40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4229100"/>
            <a:ext cx="685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0CFA92-A523-4CD8-9C39-680E2539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9050" y="4362450"/>
            <a:ext cx="6629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운동명, 시간, 자세, 주의문구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4567E8-10FF-4B91-A867-094A8D07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4229100"/>
            <a:ext cx="685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BAD8CA-B2A8-44A3-AA5C-E99E8391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7050" y="4362450"/>
            <a:ext cx="6629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운동명, 남은 시간, 진행 표시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79FAD1-23FD-48DE-B8D5-B28604AA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501015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289BBB-C8F0-4389-A6E0-D061E355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5143500"/>
            <a:ext cx="224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버튼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9CDC26-47E2-46F8-8874-B02B9779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5010150"/>
            <a:ext cx="685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83F947-46D1-433F-A13D-4DBB692E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9050" y="5143500"/>
            <a:ext cx="6629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시작, 뒤로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B712EC-6D48-429F-8BED-B52B52B3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5010150"/>
            <a:ext cx="685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3E7F89-585A-4D05-91E8-68E764E2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7050" y="5143500"/>
            <a:ext cx="6629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쉬어가기, 중단 입력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0E7885-E70E-4876-84E3-3721198E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579120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50ABAC-3B30-4E16-A30F-95E4976B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5924550"/>
            <a:ext cx="224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이벤트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27352F-F9F9-4767-A352-AA83C042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5791200"/>
            <a:ext cx="685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51785F-B89F-4D20-ACBC-998FC7B9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9050" y="5924550"/>
            <a:ext cx="6629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mission_viewed, tapStart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0C3ED2-C5A8-4DC4-9D90-5C794768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5791200"/>
            <a:ext cx="685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379B71-4A13-4750-9B62-F4027CF4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7050" y="5924550"/>
            <a:ext cx="6629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session_started, timer_tick, movement_tick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8FD686-B5FB-453C-9A69-11EB216A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657225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581F3E-42EF-427F-872E-D989B822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6705600"/>
            <a:ext cx="224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다음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49DD68-18D2-48D2-A55D-9FA67632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6572250"/>
            <a:ext cx="685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1C0550-8C58-4F93-9FCD-79BD5243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9050" y="6705600"/>
            <a:ext cx="6629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tapStart → ACTIVE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48D10D-EAD2-401E-88EA-2113EDA9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6572250"/>
            <a:ext cx="685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751F31-6E47-4130-ADB6-57ECA9C9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7050" y="6705600"/>
            <a:ext cx="6629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timerEnd → P-05 / tapStop → P-04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7D56B9-0F3F-4740-93C3-7B9FA9F9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735330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4C60CA-CBDC-4B1D-AEFE-AE351826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7486650"/>
            <a:ext cx="224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금지 문구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76F5AE-C6BF-470A-AC43-FE30C734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7353300"/>
            <a:ext cx="685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6A1B2A-2931-4EB7-A96E-2DE7DAA7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9050" y="7486650"/>
            <a:ext cx="6629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효과, 회복, 향상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FA66C1-7383-4F36-9558-D6950E18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7353300"/>
            <a:ext cx="685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1329CB-35D6-4CB9-90B1-E2BA5AF4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7050" y="7486650"/>
            <a:ext cx="6629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성공/실패 판정, 치료 결과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7819EA7-1010-4834-8570-39C724DD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8458200"/>
            <a:ext cx="1333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P-03 버튼 고정: `쉬어가기`, `중단 입력`은 ACTIVE 상태에서 항상 노출.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E6204A-3944-457B-A19E-3FFBD9C8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E801B1A-46C1-473D-8140-6A05FA2A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428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기획 예시 | 제품 기능·의료 효과로 확정하지 않음 | 재활 전문가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72303764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63C7AC-BD3E-4859-BBA5-FA3F1F37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F3506-25A5-44BB-8735-9D2B231B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form spec</a:t>
            </a:r>
          </a:p>
        </p:txBody>
      </p:sp>
      <p:sp>
        <p:nvSpPr>
          <p:cNvPr id="3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28E22897-7650-4EF9-8C03-105374A8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390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P-04 휴식·중단 입력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162F60-CD3C-49B8-8FFC-6A39E734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FABEC-C4CF-4552-B220-D783F29C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5717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6C50C-5A27-4AED-8C1F-3DE10BF9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270510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필드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8F31C-02C2-48E4-B1A9-BF2F7911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257175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FD8AD-BE7C-4699-8476-BD2A2D61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2705100"/>
            <a:ext cx="1943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타입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32625-60CC-4798-81B3-CC4E9327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257175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9D7531-8542-4DD0-9946-5AE6C98D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705100"/>
            <a:ext cx="1943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필수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3C2C91-2F11-4A59-A9AE-C623E46E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257175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B6F92-F20E-4415-9E10-F6626F75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2705100"/>
            <a:ext cx="384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허용값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7A7189-02CE-4C4F-8FC1-AF9BBCEB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257175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A"/>
          </a:solidFill>
          <a:ln xmlns:a="http://schemas.openxmlformats.org/drawingml/2006/main" w="0">
            <a:solidFill>
              <a:srgbClr val="0F6A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9E859-B6A1-4498-9C87-7F97F1F7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7200" y="27051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A"/>
          </a:solidFill>
          <a:ln xmlns:a="http://schemas.openxmlformats.org/drawingml/2006/main" w="0">
            <a:solidFill>
              <a:srgbClr val="0F6A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저장 필드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C493ED-4603-475B-895D-0CF53EEA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31470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BCCD6F-5E69-4BEF-A17B-4584F0D3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3448050"/>
            <a:ext cx="2247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0BC16-26BE-42B2-919D-0E04CB9A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33147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E152CC-68C9-48CB-A888-2225A03B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344805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radio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DA46DB-81A0-4FF3-9B93-02698F7F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33147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1E4D56-975B-46CE-A9CE-2E15BC7E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9300" y="344805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선택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FE122D-1186-466B-A793-11EE10FB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331470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8A228C-DAFF-436F-B09B-52C719E5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3448050"/>
            <a:ext cx="377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0,1,2,3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879C75-21EB-4DF6-8F02-0DD706BA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331470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3E41C0-2193-464F-B40A-AF58DD51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25300" y="344805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SafetyInput.pain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4B63C0-F3C0-4F8B-9934-9C8F0AA9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0576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609733-78C7-4C51-BEFC-FD3BE34B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4191000"/>
            <a:ext cx="2247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fatigue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749589-7CAC-44FC-9247-67C50FC0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405765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E2BAFD-2DBB-4A8E-AEB2-51AC8F94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41910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radio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57F81D-A40C-4147-830D-4BAF77E8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405765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310553-F707-4C32-8478-E62557C2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9300" y="41910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선택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5663E1-CF73-410E-8AE5-F3BFB351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405765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C3C0D5-1AD0-406E-B51D-0D712740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4191000"/>
            <a:ext cx="377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0,1,2,3,4,5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E04FB1-289A-41AD-8316-A38AADE9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405765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D743EC-7BAE-4D20-8B5E-5993BD70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25300" y="419100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SafetyInput.fatigue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29622E-7314-476E-903F-131D833F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80060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D65F66-D0AD-4258-A3A2-861889D9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4933950"/>
            <a:ext cx="2247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dizziness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ED9153-8550-4723-88C2-09FACBD8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48006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B39016-7C23-4B3C-80F7-F1261232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493395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toggle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41611B-A43D-4430-90D8-06FAC990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48006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A24249-7464-43C4-A2BF-9629AEB6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9300" y="493395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선택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A170AD-03EB-47D5-A781-F22D2958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480060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76B2F0-94D7-4121-9AF1-FE3F9713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4933950"/>
            <a:ext cx="377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true/false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E4E8DA-F57A-4977-B074-5AC0C558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480060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F990CE-B036-4ADB-9537-AE152179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25300" y="493395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SafetyInput.dizziness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C36C0BD-E922-4C63-A965-EE0AE313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55435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690EC2-5C74-47C7-9218-99CC8683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5676900"/>
            <a:ext cx="2247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reason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F840DA-5E20-425A-938B-17D942DA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554355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B4260B2-6BA3-45A7-AA1D-86BF3205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56769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select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76253DF-C5B2-42D6-ABE2-7267D6C2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554355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7484CB-634D-47A4-B104-08A2190A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9300" y="56769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중단 시 필수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C8EF64-696F-42DD-A17C-9AD1447F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554355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E3E20D3-85F7-49CB-B3FC-9E51444C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5676900"/>
            <a:ext cx="377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통증/피로/어지러움/기타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83E425-D259-4125-8137-55E57DB8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554355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61A0876-5880-4364-B4CE-BC420168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25300" y="567690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EventLog.reason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D963E18-92B0-4C40-AE02-9F900557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628650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22C7D4F-8320-41D7-8809-F7361275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6419850"/>
            <a:ext cx="2247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memo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249AD22-F1FB-4B88-BB80-9555D507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62865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268DDD9-55B9-48A6-BFF7-B74D88F5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641985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textarea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791B68E-1FCF-490F-AB81-98FD5EDF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62865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597114A-A237-46F2-AB80-501CDBDB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9300" y="641985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선택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109C213-32F7-4856-B0B0-95273C98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628650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70C352B-FEAC-492C-B0EA-7EA028FF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6419850"/>
            <a:ext cx="377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200자 이하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9C6DC1E-A239-43A4-9630-5CFF0AD3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628650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5365018-9A39-4A89-A8E3-EC14ECB6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25300" y="641985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SafetyInput.memo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FD94364-E751-4BD4-A435-17D7533C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7848600"/>
            <a:ext cx="14097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E8E5"/>
          </a:solidFill>
          <a:ln xmlns:a="http://schemas.openxmlformats.org/drawingml/2006/main" w="0">
            <a:solidFill>
              <a:srgbClr val="FFE8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ECF860E-1F01-40CE-B590-AE5989A7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0" y="8020050"/>
            <a:ext cx="1352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E5"/>
          </a:solidFill>
          <a:ln xmlns:a="http://schemas.openxmlformats.org/drawingml/2006/main" w="0">
            <a:solidFill>
              <a:srgbClr val="FFE8E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483B"/>
                </a:solidFill>
                <a:latin typeface="Pretendard"/>
                <a:ea typeface="Pretendard"/>
                <a:cs typeface="Pretendard"/>
              </a:defRPr>
            </a:pPr>
            <a:r>
              <a:t>검증 규칙: `중단 저장` 클릭 시 reason 값이 없으면 오류 문구 `중단 사유를 선택해 주세요.` 표시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F9B5863-13BB-47CE-8413-1CB162FE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3F4ECA9-0FC6-4302-A4F7-13CA43A9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428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기획 예시 | 제품 기능·의료 효과로 확정하지 않음 | 재활 전문가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5382320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228E98-E6AA-4176-9BAB-75425C8D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E599F-1002-42DA-9E32-B93AFE80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screen spec</a:t>
            </a:r>
          </a:p>
        </p:txBody>
      </p:sp>
      <p:sp>
        <p:nvSpPr>
          <p:cNvPr id="3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46F7DC8A-0D92-4E87-A184-A1C540AC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390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P-05 완료 요약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E46C3-17C4-4DFB-98B3-81FC4207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C0738-7925-46D9-B7FB-FE769F80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2857500"/>
            <a:ext cx="4953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B58F2-DA78-46D9-84FA-3EF19165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28575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FD18C-F867-488B-AB8D-2D549107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3009900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표시값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C5EE5-9BCC-4489-9D3C-94D0E382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36766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운동명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6AE127-3578-4E75-A116-A7C44FDB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950" y="367665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Exercise.name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643209-FDB4-4670-BE1D-1DC46772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407670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81AEB-81B7-4912-B97D-B2A8116B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42100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수행 시간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27A29-95A2-4952-A65E-D5242AC9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950" y="421005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Session.durationSec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414BE0-B7A0-4193-9900-39CF7114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461010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6F5461-85EC-4C3C-885E-B55AFDAF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47434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반복/도달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F35504-43F9-4F73-B22B-50F54FB0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950" y="474345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EventLog count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36C34E-89CE-4C0D-B7D9-DD188B5F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514350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46B081-7797-4C23-9367-10B1A956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5276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중단 사유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088ACA-2F4C-4CC5-9E86-A525A314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950" y="527685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EventLog.reason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E19174-FB05-41FE-A6BF-8433A9CF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567690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ED2212-A55F-46C9-B91E-9B13EC0F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58102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피로도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281011-991D-4359-B8C1-A76B3212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950" y="581025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SafetyInput.fatigue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33E169-0078-4839-8B97-6EA3DDE5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621030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85A463-EB5D-406E-AC94-11810D3C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2857500"/>
            <a:ext cx="4953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78A8EE-950D-46BA-853F-4FBE7C2C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28575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BC3638-4B80-42DA-AB04-AA59AA0E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3009900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버튼/이벤트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92161A-D447-4E10-B7CE-0B03FCE5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36766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저장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F1E22F-39A2-4BBC-A4A0-17A607DF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2950" y="367665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saveSession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59D307-AF9F-455E-A059-545E6F7A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407670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837509-92BE-4A8A-89A0-403C8869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42100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나가기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03A81D-972E-4B45-8F2F-00125EF7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2950" y="421005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goHome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407456-64B1-4A92-909F-0985F28C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461010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8171FA-6C12-41AF-AFB5-7A66406D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47434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다시 하기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417B94-95EB-49D2-9418-2D1CADA5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2950" y="474345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createNewSession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610FA6-2E8B-41FD-89B5-5BF62421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514350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AA7756-C823-4651-82C6-0FB0BA24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5276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치료사 보기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5CA9F5-B172-4031-83B2-42D99CB6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2950" y="527685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open T-01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879994-76C0-478B-B253-E21E69E9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567690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D22B7E-2666-4AF3-AEE3-3637990B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58102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완료 상태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88CCB8-A212-424D-BA0A-97BB0BC2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2950" y="581025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COMPLETE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17D1BF-107D-453B-8756-B80895E5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621030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49CFEF-F962-4FA7-81DF-EB2F4FCB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0" y="2857500"/>
            <a:ext cx="47625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B3C06F-03C7-43C5-A601-6E3E0FF7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0" y="2857500"/>
            <a:ext cx="476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3718C4-056A-4995-B705-0B9D4D67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0" y="300990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완료 조건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0E80CF-8B57-4B0E-A03F-134A0B53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0100" y="36766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AC-01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2644C6-816B-4AFD-9429-B84FCA1F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96950" y="3676650"/>
            <a:ext cx="276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Session.status=COMPLETE 저장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863D7B8-3FA6-4FB0-B764-D787AD57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0100" y="4076700"/>
            <a:ext cx="430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8C3EA0-D56C-4FC1-BE13-EBCAADA4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0100" y="42100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AC-02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710741-96CB-487F-AEFA-DEAE4B2A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96950" y="4210050"/>
            <a:ext cx="276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중단 사유가 있으면 표시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83AF00-99FB-41B8-A89B-4DC47910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0100" y="4610100"/>
            <a:ext cx="430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0D1184-5F55-4A63-9810-9A13EA1B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0100" y="47434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AC-03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16E9095-4C60-4B19-875D-D146FD25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96950" y="4743450"/>
            <a:ext cx="276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치료 효과 문구 없음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CB2E4BE-09CA-4566-9D57-397FD445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0100" y="5143500"/>
            <a:ext cx="430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714CC4F-972D-4B4D-A5E4-B9E0650F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0100" y="5276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AC-04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A2E0757-7078-4693-B484-E9EC9FBE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96950" y="5276850"/>
            <a:ext cx="276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T-01에서 같은 sessionId 조회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8346171-A114-4E03-B9F4-E0F76CD9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0100" y="5676900"/>
            <a:ext cx="430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E6312E4-305F-4E13-A181-A1E46104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0100" y="58102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AC-05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2EF3760-66CE-4F65-8ECC-D9412510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96950" y="5810250"/>
            <a:ext cx="276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저장 실패 시 alert 표시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EE6993-C217-47EC-B1D4-4A35CF9F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0100" y="6210300"/>
            <a:ext cx="430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EBA3E62-CF1D-44D5-AA6A-4FDF46CD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B83E8D9-7D1E-489F-88A6-DFBEB9CE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428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기획 예시 | 제품 기능·의료 효과로 확정하지 않음 | 재활 전문가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03312565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90EB38-2F00-4179-9499-45E9DD52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2B5E3-E49E-4FB3-9384-BF2A2CD0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screen spec</a:t>
            </a:r>
          </a:p>
        </p:txBody>
      </p:sp>
      <p:sp>
        <p:nvSpPr>
          <p:cNvPr id="3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825A703B-7630-4B61-A760-DB10E26B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390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T-01 치료사 세션 상세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1552B-A873-4604-B36D-0C24F73D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1A366-29DF-4741-9E9A-55D7D85F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667000"/>
            <a:ext cx="247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2872D-9DF6-4DC6-9A22-5CD026A1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2800350"/>
            <a:ext cx="2324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영역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D6D1D-F24F-45B5-836C-773A0C27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2667000"/>
            <a:ext cx="514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AE5C1-CBBF-4D32-AB0C-B2224AC5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2800350"/>
            <a:ext cx="4991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표시 항목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86512-3BA3-4B5D-B994-0172F9E3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2667000"/>
            <a:ext cx="4381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38DCF-7FF3-4735-891F-E2E62F65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9200" y="2800350"/>
            <a:ext cx="4229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액션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799BF-8542-4CE6-A1ED-22F4F7E3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0" y="2667000"/>
            <a:ext cx="495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89CF3F-550D-4FBE-A93A-0D002E81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20700" y="2800350"/>
            <a:ext cx="4800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주의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01775-CF95-4DE1-A3B5-9474E627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505200"/>
            <a:ext cx="247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22A1CC-4DD0-4668-8509-7D2A88A8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3638550"/>
            <a:ext cx="2247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상단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98F2BD-71F0-40EA-8A49-BF4BF74E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3505200"/>
            <a:ext cx="514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1DF50-CC45-4F06-B687-0C516DCD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3638550"/>
            <a:ext cx="4914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환자ID, 운동명, 세션 시간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21375F-7C2D-4200-B995-C8F77A87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3505200"/>
            <a:ext cx="4381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073464-3CE4-466E-B0B0-A859107F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3638550"/>
            <a:ext cx="4152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이전/다음 세션 이동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64538D-4E20-451E-BC96-DDB82F33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0" y="3505200"/>
            <a:ext cx="495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176A2E-49E3-4B8A-84EE-E9BCF6FB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3638550"/>
            <a:ext cx="4724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개인정보 권한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2AA0A6-15A2-4807-8796-FFF12140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343400"/>
            <a:ext cx="247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EFC668-0731-4837-BF54-46AFB82C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4476750"/>
            <a:ext cx="2247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요약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39D101-971B-456F-9A00-F2001C0F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4343400"/>
            <a:ext cx="514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777DEA-2DDD-4AD3-80B8-A7AF3936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4476750"/>
            <a:ext cx="4914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반복, 수행 시간, 중단 사유, 피로도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CD9EBE-114A-4E83-B32A-D6E27DC9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4343400"/>
            <a:ext cx="4381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75166B-BEBE-4DBD-B769-16C560FD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4476750"/>
            <a:ext cx="4152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CSV/복사 후보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40FFD7-D766-49BA-8484-5333D610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0" y="4343400"/>
            <a:ext cx="495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48A133-2284-46A6-B53A-B783EB2D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4476750"/>
            <a:ext cx="4724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진단 문구 금지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7C1E12-5302-482F-B144-77AE0AB3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5181600"/>
            <a:ext cx="247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BFAB0E-CD79-48B8-905B-3F299331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5314950"/>
            <a:ext cx="2247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이벤트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FAD1AD-5991-4281-86F1-563F35EA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5181600"/>
            <a:ext cx="514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CB4A70-8D00-452F-ABAB-AFB22FE3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5314950"/>
            <a:ext cx="4914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timer_tick, movement_tick, stop_reason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079F8D-07FE-45C9-BD67-7442B788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5181600"/>
            <a:ext cx="4381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4A96D2-FEEA-46B5-8F54-88E01470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5314950"/>
            <a:ext cx="4152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타임라인 펼치기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851815-8F2C-479E-81EA-4CFA4279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0" y="5181600"/>
            <a:ext cx="495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04AC61-3372-45B5-BF73-D9058185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5314950"/>
            <a:ext cx="4724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누락 이벤트 표시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E1AF10-6D93-4777-979B-1FD3F592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6019800"/>
            <a:ext cx="247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780E18-D26E-41E2-96B2-E9882DBA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6153150"/>
            <a:ext cx="2247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메모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928704-502A-4EB5-9CDC-8BA0C383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6019800"/>
            <a:ext cx="514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5C4A08-981A-4C69-8C94-FC58FAC0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6153150"/>
            <a:ext cx="4914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관찰 메모, 다음 확인 항목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BAF1C3-BA44-418D-9303-F74EED93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6019800"/>
            <a:ext cx="4381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6F621D-EF6C-4CD4-9176-C50B863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6153150"/>
            <a:ext cx="4152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메모 저장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832AD1-7DC6-4F18-AAA0-E9276EB3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0" y="6019800"/>
            <a:ext cx="495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23B065-049D-4BEA-8FE8-DDCF5A16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6153150"/>
            <a:ext cx="4724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처방처럼 쓰지 않음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B92BE6-905E-49E0-B730-2F76002B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6858000"/>
            <a:ext cx="247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63F809-8667-412D-B4B3-C31591EE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6991350"/>
            <a:ext cx="2247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접근성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47D56E-1793-4FEC-80E5-257CB4DE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6858000"/>
            <a:ext cx="514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48B97A8-C8CC-484A-AD48-CAAFD016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6991350"/>
            <a:ext cx="4914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표 헤더, 버튼 레이블, 상태 알림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187182-28D3-4813-A5B1-01EF03D8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6858000"/>
            <a:ext cx="4381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38095D6-9823-4A36-836B-F6FA8DB3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6991350"/>
            <a:ext cx="4152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키보드 순서 확인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0BF709-BA05-463B-BEB7-47AA2C91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0" y="6858000"/>
            <a:ext cx="495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ED0C57-CD2C-47C8-B0D7-063B5C5E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6991350"/>
            <a:ext cx="4724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색상만으로 구분 금지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C57A1AE-41D0-49C5-B6BF-BAE344AE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8420100"/>
            <a:ext cx="1371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T-01은 세션 조회 화면이다. 진단, 처방, 회복률 계산 기능은 v0.1 범위에서 제외.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927CA0A-4CFC-4346-8E54-A280C949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F1E6973-432B-4FCD-B2AD-9969B65E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428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기획 예시 | 제품 기능·의료 효과로 확정하지 않음 | 재활 전문가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93237955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D96A13-1890-4B37-BDE5-47040DBC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472AD-3855-4B37-9ED0-118FE03C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tickets / acceptance criteria</a:t>
            </a:r>
          </a:p>
        </p:txBody>
      </p:sp>
      <p:sp>
        <p:nvSpPr>
          <p:cNvPr id="3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4EFD3DFB-76A0-4C0B-B4C0-77DCCE65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390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개발 티켓 초안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03B58-463A-4611-9514-2DC379A1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F18EE-BFE2-41B3-8CB6-E159B5D5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257175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B4A37E-0700-4959-98B3-22A8CD51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705100"/>
            <a:ext cx="1943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티켓ID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5AB9F-6365-43F0-B095-EE834E8F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2571750"/>
            <a:ext cx="361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500FA-B790-4E07-A052-5BBF8991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4200" y="2705100"/>
            <a:ext cx="346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작업명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9D63B-220F-4B6B-AF8D-910DCD0D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2571750"/>
            <a:ext cx="685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891A1-34F7-4209-80FF-A345AC9C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2705100"/>
            <a:ext cx="6705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완료 조건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0A80B-44C7-47B4-AC7F-C60E2F7C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0" y="25717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A2E9CE-2BCD-4C84-B57C-5A95B1A6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1700" y="2705100"/>
            <a:ext cx="461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확인 필요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118F93-24D3-4C50-92AF-A785B45E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33147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9A7616-E192-48D6-AC6B-B41EE9AE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344805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UX-01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E42144-5D7B-47F3-8D2D-E8BFE5E7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3314700"/>
            <a:ext cx="361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8EEA58-FD09-4A87-AB2E-8447012D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3448050"/>
            <a:ext cx="3390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화면 목록/라우팅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D6C90B-C6D9-4583-A37C-36B5A9BD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3314700"/>
            <a:ext cx="685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E56C31-1592-46B1-AD93-26A14E92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1800" y="3448050"/>
            <a:ext cx="6629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P-01~P-05, T-01 라우트 생성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D0BA72-B446-4D1C-8A5E-78636F99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0" y="33147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5F2C86-6D00-45D0-9AA5-47AE1C12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39800" y="3448050"/>
            <a:ext cx="4533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없음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E795A5-AF94-4EB1-B21E-3F2FCD9D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405765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A3ECA5-A21D-4E6F-9FD5-D0513FC3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41910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UX-02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0B3A35-36EA-462A-8AC2-321721FB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4057650"/>
            <a:ext cx="361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4B9C5A-92A1-4353-9C5A-373AB4A2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4191000"/>
            <a:ext cx="3390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운동 선택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90B877-AB9E-4CC6-8F42-378861C8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4057650"/>
            <a:ext cx="685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A25E3C-E4F9-4963-8715-38B7A1FC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1800" y="4191000"/>
            <a:ext cx="6629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enabled 카드만 P-02 이동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D703D1-8D9A-4BAA-87FA-EA10533F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0" y="40576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3A4233-4F48-4F49-97A0-43F996BF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39800" y="4191000"/>
            <a:ext cx="4533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운동별 reviewStatus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B90988-7A02-4CE1-B97E-4BCFAF9D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48006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DF6D5D-8BD5-4B5E-899F-FD7C148F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493395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UX-03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0C10CD-AC35-44A0-A45D-0D58EE59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4800600"/>
            <a:ext cx="361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B92311-C1BF-4573-B8C5-D87FAE37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4933950"/>
            <a:ext cx="3390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미션 수행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03316A-A60B-43F1-84D5-83897787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4800600"/>
            <a:ext cx="685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BBB20D-9B9F-4ED3-8F6E-469E326C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1800" y="4933950"/>
            <a:ext cx="6629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timerTick, rest, stop 이벤트 저장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5AB7C3-98EB-4DB2-90AA-A0119903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0" y="48006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E22CE3-D3A5-491C-BD06-83DE1E08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39800" y="4933950"/>
            <a:ext cx="4533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센서 입력 가능값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4467C5-7F49-4A72-BD69-F3706EE6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54355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BA7FED-AF27-450B-B789-DCE0F622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56769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UX-04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FF07CE-ECD4-45BD-AF88-76896422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5543550"/>
            <a:ext cx="361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67BA77-F8E1-4F69-BFCA-F1661A2B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5676900"/>
            <a:ext cx="3390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중단 입력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649819-5FA9-4C20-9A03-8C3AB300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5543550"/>
            <a:ext cx="685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F00590-A98A-4902-B6F1-6CEC795E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1800" y="5676900"/>
            <a:ext cx="6629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reason 필수 검증과 오류 표시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279CD6-3764-4D19-82D2-3380FA6A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0" y="55435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24EF21-27CE-4308-974A-A1898E6F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39800" y="5676900"/>
            <a:ext cx="4533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중단 기준 문구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6FCE23-373D-49B7-9535-1F8CFE6C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62865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94A88D-C7B3-4E89-B640-4A9FA1E4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641985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UX-05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276EF0-3D38-4971-90B6-4D0FBD08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6286500"/>
            <a:ext cx="361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65FA47E-0155-42C8-AC28-C18812D5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6419850"/>
            <a:ext cx="3390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완료 요약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A948E82-2C43-4506-A4E1-9E2D8AED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6286500"/>
            <a:ext cx="685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8BDF31D-376A-45D8-AC4D-6A5A5DA3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1800" y="6419850"/>
            <a:ext cx="6629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Session COMPLETE 저장 후 조회 가능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00087AE-F4BF-482F-A63E-1AA2BCB1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0" y="62865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066BF1-BCDA-4921-AE17-61666FD8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39800" y="6419850"/>
            <a:ext cx="4533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표시 문구 RA 확인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07569E8-A5B3-43B8-BBF7-EB3139E7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702945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21917FB-598C-4985-B8EA-2E60A83E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71628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UX-06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66FCC7-5170-40EE-965D-9DD2C6C2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7029450"/>
            <a:ext cx="361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A2BAE43-D259-400E-A8B7-B1519804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7162800"/>
            <a:ext cx="3390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치료사 상세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E817BA0-5867-42AE-9189-F9C04E25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7029450"/>
            <a:ext cx="685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E3FF646-4BC2-4C91-8063-FC0FCA26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1800" y="7162800"/>
            <a:ext cx="6629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sessionId로 요약/이벤트/메모 조회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BF3D178-DD0D-4449-81DF-793AFCBD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0" y="70294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ABC898B-1526-4924-8477-8597A312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39800" y="7162800"/>
            <a:ext cx="4533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권한/개인정보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5905F4F-56B7-4038-8968-A8796AAE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8420100"/>
            <a:ext cx="1390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인계 조건: 각 티켓은 화면ID, 상태, 저장 이벤트, 오류 문구, 완료 조건을 포함해야 합니다.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875C522-78C4-4970-A456-00B29D74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C8359AD-B832-46F1-B3A4-CD9B2165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428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다음 작업: 티켓별 JSON 이벤트 예시와 화면별 와이어프레임 상세화</a:t>
            </a:r>
          </a:p>
        </p:txBody>
      </p:sp>
    </p:spTree>
    <p:extLst>
      <p:ext uri="{BB962C8B-B14F-4D97-AF65-F5344CB8AC3E}">
        <p14:creationId xmlns:p14="http://schemas.microsoft.com/office/powerpoint/2010/main" val="79531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2026-05-12T00:43:39.4230000Z</dcterms:created>
  <dcterms:modified xsi:type="dcterms:W3CDTF">2026-05-12T00:43:39.4230000Z</dcterms:modified>
</coreProperties>
</file>