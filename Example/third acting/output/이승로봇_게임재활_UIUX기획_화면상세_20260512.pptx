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1222a4b94a40f4" /><Relationship Type="http://schemas.openxmlformats.org/officeDocument/2006/relationships/extended-properties" Target="/docProps/app.xml" Id="R882a68853a984824" /><Relationship Type="http://schemas.openxmlformats.org/officeDocument/2006/relationships/officeDocument" Target="/ppt/presentation.xml" Id="Rc4ff1020865348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0b3faa22964275"/>
  </p:sldMasterIdLst>
  <p:notesMasterIdLst>
    <p:notesMasterId xmlns:r="http://schemas.openxmlformats.org/officeDocument/2006/relationships" r:id="R626643e8af164deb"/>
  </p:notesMasterIdLst>
  <p:sldIdLst>
    <p:sldId xmlns:r="http://schemas.openxmlformats.org/officeDocument/2006/relationships" id="256" r:id="Rdcf3e1ab4fb24226"/>
    <p:sldId xmlns:r="http://schemas.openxmlformats.org/officeDocument/2006/relationships" id="257" r:id="R67f77cd87bfe4de7"/>
    <p:sldId xmlns:r="http://schemas.openxmlformats.org/officeDocument/2006/relationships" id="258" r:id="Rfe91af8b187343c1"/>
    <p:sldId xmlns:r="http://schemas.openxmlformats.org/officeDocument/2006/relationships" id="259" r:id="R8010b5ff2a614a07"/>
    <p:sldId xmlns:r="http://schemas.openxmlformats.org/officeDocument/2006/relationships" id="260" r:id="Rbef718287e93401d"/>
    <p:sldId xmlns:r="http://schemas.openxmlformats.org/officeDocument/2006/relationships" id="261" r:id="Re55cea05b80e4eda"/>
    <p:sldId xmlns:r="http://schemas.openxmlformats.org/officeDocument/2006/relationships" id="262" r:id="Rff98b5a26ced4e73"/>
    <p:sldId xmlns:r="http://schemas.openxmlformats.org/officeDocument/2006/relationships" id="263" r:id="Re7acedc1fcf64f2a"/>
    <p:sldId xmlns:r="http://schemas.openxmlformats.org/officeDocument/2006/relationships" id="264" r:id="R1ba0125faa08471b"/>
    <p:sldId xmlns:r="http://schemas.openxmlformats.org/officeDocument/2006/relationships" id="265" r:id="Rd400d80ff512401d"/>
    <p:sldId xmlns:r="http://schemas.openxmlformats.org/officeDocument/2006/relationships" id="266" r:id="R04b640a610204d3e"/>
    <p:sldId xmlns:r="http://schemas.openxmlformats.org/officeDocument/2006/relationships" id="267" r:id="R51c8123fa41b4c3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b3faa22964275" /><Relationship Type="http://schemas.openxmlformats.org/officeDocument/2006/relationships/theme" Target="/ppt/theme/theme1.xml" Id="R6868c10446ce451c" /><Relationship Type="http://schemas.openxmlformats.org/officeDocument/2006/relationships/notesMaster" Target="/ppt/notesMasters/notesMaster1.xml" Id="R626643e8af164deb" /><Relationship Type="http://schemas.openxmlformats.org/officeDocument/2006/relationships/presProps" Target="/ppt/presProps.xml" Id="Raa08dd565f1b4604" /><Relationship Type="http://schemas.openxmlformats.org/officeDocument/2006/relationships/viewProps" Target="/ppt/viewProps.xml" Id="R07430317ef6f4b86" /><Relationship Type="http://schemas.openxmlformats.org/officeDocument/2006/relationships/tableStyles" Target="/ppt/tableStyles.xml" Id="R68017b85bcbf46e0" /><Relationship Type="http://schemas.openxmlformats.org/officeDocument/2006/relationships/slide" Target="/ppt/slides/slide1.xml" Id="Rdcf3e1ab4fb24226" /><Relationship Type="http://schemas.openxmlformats.org/officeDocument/2006/relationships/slide" Target="/ppt/slides/slide2.xml" Id="R67f77cd87bfe4de7" /><Relationship Type="http://schemas.openxmlformats.org/officeDocument/2006/relationships/slide" Target="/ppt/slides/slide3.xml" Id="Rfe91af8b187343c1" /><Relationship Type="http://schemas.openxmlformats.org/officeDocument/2006/relationships/slide" Target="/ppt/slides/slide4.xml" Id="R8010b5ff2a614a07" /><Relationship Type="http://schemas.openxmlformats.org/officeDocument/2006/relationships/slide" Target="/ppt/slides/slide5.xml" Id="Rbef718287e93401d" /><Relationship Type="http://schemas.openxmlformats.org/officeDocument/2006/relationships/slide" Target="/ppt/slides/slide6.xml" Id="Re55cea05b80e4eda" /><Relationship Type="http://schemas.openxmlformats.org/officeDocument/2006/relationships/slide" Target="/ppt/slides/slide7.xml" Id="Rff98b5a26ced4e73" /><Relationship Type="http://schemas.openxmlformats.org/officeDocument/2006/relationships/slide" Target="/ppt/slides/slide8.xml" Id="Re7acedc1fcf64f2a" /><Relationship Type="http://schemas.openxmlformats.org/officeDocument/2006/relationships/slide" Target="/ppt/slides/slide9.xml" Id="R1ba0125faa08471b" /><Relationship Type="http://schemas.openxmlformats.org/officeDocument/2006/relationships/slide" Target="/ppt/slides/slide10.xml" Id="Rd400d80ff512401d" /><Relationship Type="http://schemas.openxmlformats.org/officeDocument/2006/relationships/slide" Target="/ppt/slides/slide11.xml" Id="R04b640a610204d3e" /><Relationship Type="http://schemas.openxmlformats.org/officeDocument/2006/relationships/slide" Target="/ppt/slides/slide12.xml" Id="R51c8123fa41b4c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576f9bde56846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d053e0d5ad40c5" /><Relationship Type="http://schemas.openxmlformats.org/officeDocument/2006/relationships/notesMaster" Target="/ppt/notesMasters/notesMaster1.xml" Id="R59ac67980f6a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d9ecda268a4be9" /><Relationship Type="http://schemas.openxmlformats.org/officeDocument/2006/relationships/notesMaster" Target="/ppt/notesMasters/notesMaster1.xml" Id="Rec47780b81774a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4583b3e234e5b" /><Relationship Type="http://schemas.openxmlformats.org/officeDocument/2006/relationships/notesMaster" Target="/ppt/notesMasters/notesMaster1.xml" Id="Rf951245408094d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7b51353ea54140" /><Relationship Type="http://schemas.openxmlformats.org/officeDocument/2006/relationships/notesMaster" Target="/ppt/notesMasters/notesMaster1.xml" Id="R259cf744a1aa43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01c095f47041af" /><Relationship Type="http://schemas.openxmlformats.org/officeDocument/2006/relationships/notesMaster" Target="/ppt/notesMasters/notesMaster1.xml" Id="R6329f1c5623c42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c4e50af08e47ab" /><Relationship Type="http://schemas.openxmlformats.org/officeDocument/2006/relationships/notesMaster" Target="/ppt/notesMasters/notesMaster1.xml" Id="R6995cf9623474c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d67b7f1af946cc" /><Relationship Type="http://schemas.openxmlformats.org/officeDocument/2006/relationships/notesMaster" Target="/ppt/notesMasters/notesMaster1.xml" Id="R3d50b25013654c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8b12c093d54205" /><Relationship Type="http://schemas.openxmlformats.org/officeDocument/2006/relationships/notesMaster" Target="/ppt/notesMasters/notesMaster1.xml" Id="R96470509a72542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5540c1e8804763" /><Relationship Type="http://schemas.openxmlformats.org/officeDocument/2006/relationships/notesMaster" Target="/ppt/notesMasters/notesMaster1.xml" Id="Rd162392dff0445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284176709a41da" /><Relationship Type="http://schemas.openxmlformats.org/officeDocument/2006/relationships/notesMaster" Target="/ppt/notesMasters/notesMaster1.xml" Id="R2d75a6164d9d49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545abb49ad404f" /><Relationship Type="http://schemas.openxmlformats.org/officeDocument/2006/relationships/notesMaster" Target="/ppt/notesMasters/notesMaster1.xml" Id="R2d9878f4c6d945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7add516d584be5" /><Relationship Type="http://schemas.openxmlformats.org/officeDocument/2006/relationships/notesMaster" Target="/ppt/notesMasters/notesMaster1.xml" Id="Rbdf52b43ee26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51dfbd53f4ec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6a8399daa1d4071" /><Relationship Type="http://schemas.openxmlformats.org/officeDocument/2006/relationships/slideLayout" Target="/ppt/slideLayouts/slideLayout2.xml" Id="R33192169d6e747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192169d6e747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1d5d0b4ae146ab" /><Relationship Type="http://schemas.openxmlformats.org/officeDocument/2006/relationships/notesSlide" Target="/ppt/notesSlides/notesSlide1.xml" Id="R5a1275e8b96e48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51e8240f1c4b7b" /><Relationship Type="http://schemas.openxmlformats.org/officeDocument/2006/relationships/notesSlide" Target="/ppt/notesSlides/notesSlide2.xml" Id="Rbf8cbf1da90f4f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e656545864bac" /><Relationship Type="http://schemas.openxmlformats.org/officeDocument/2006/relationships/notesSlide" Target="/ppt/notesSlides/notesSlide3.xml" Id="R688c91bbd26045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2e9fb51d504bc8" /><Relationship Type="http://schemas.openxmlformats.org/officeDocument/2006/relationships/notesSlide" Target="/ppt/notesSlides/notesSlide4.xml" Id="R250b04e5cbc94b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67ed460184567" /><Relationship Type="http://schemas.openxmlformats.org/officeDocument/2006/relationships/notesSlide" Target="/ppt/notesSlides/notesSlide5.xml" Id="R79af47667b3645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235185c7ca40ec" /><Relationship Type="http://schemas.openxmlformats.org/officeDocument/2006/relationships/notesSlide" Target="/ppt/notesSlides/notesSlide6.xml" Id="Rdc258a821da044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d9426e8d24e7c" /><Relationship Type="http://schemas.openxmlformats.org/officeDocument/2006/relationships/notesSlide" Target="/ppt/notesSlides/notesSlide7.xml" Id="Re696e5288f8f42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89f5e0b2b7476c" /><Relationship Type="http://schemas.openxmlformats.org/officeDocument/2006/relationships/notesSlide" Target="/ppt/notesSlides/notesSlide8.xml" Id="Rc48c246ad7fb40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a364d2d29c494a" /><Relationship Type="http://schemas.openxmlformats.org/officeDocument/2006/relationships/notesSlide" Target="/ppt/notesSlides/notesSlide9.xml" Id="Rf4aa79c05df942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4405c8b15a4b9c" /><Relationship Type="http://schemas.openxmlformats.org/officeDocument/2006/relationships/notesSlide" Target="/ppt/notesSlides/notesSlide10.xml" Id="Rec8d26aa076341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3db265176448ae" /><Relationship Type="http://schemas.openxmlformats.org/officeDocument/2006/relationships/notesSlide" Target="/ppt/notesSlides/notesSlide11.xml" Id="Rb24d434d104e46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7bbd6ac2c945d7" /><Relationship Type="http://schemas.openxmlformats.org/officeDocument/2006/relationships/notesSlide" Target="/ppt/notesSlides/notesSlide12.xml" Id="Ra0b79ff233e647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746836-9ADD-4D16-95D2-0C6E2BF3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4598-A9EA-4A2A-913C-499F3AB2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7048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third acting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34B9D-C87D-424D-8C7A-A0C61611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000250"/>
            <a:ext cx="723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MVP-01</a:t>
            </a:r>
          </a:p>
          <a:p xmlns:a="http://schemas.openxmlformats.org/drawingml/2006/main">
            <a:pPr algn="l">
              <a:defRPr sz="5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화면상세 정의서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16EFE-ADD3-499B-85EC-123E87A9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47675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1080x1920 모바일 화면 기준</a:t>
            </a:r>
          </a:p>
          <a:p xmlns:a="http://schemas.openxmlformats.org/drawingml/2006/main">
            <a:pPr algn="l">
              <a:defRPr sz="21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 배치 + 컴포넌트 액션 + 이벤트 저장 규칙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05E6C-6082-4BEA-B25E-34505E2A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1524000"/>
            <a:ext cx="4000500" cy="69342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F0FB2-15BE-4F51-95CF-E58C1710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1771650"/>
            <a:ext cx="3619500" cy="64389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20FFB-FA3B-4D17-85B2-D970C016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18097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1080x1920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DFCAD-01AC-4C54-B230-52B2F3FA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207645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P-03 미션 수행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DEAD7-D52E-426F-ACDC-3256C4E4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2450" y="25717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 앞으로 천천히 뻗기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C2864-AC5D-42D2-AEC1-B14E824B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2450" y="34480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18초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805E3-DEE3-4B77-9FCD-4C38D1CB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450" y="46101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25BCC-4215-4044-83CD-C36093CE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0" y="5105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B53C1-9BD8-4D81-BACA-F4730A11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710565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쉬어가기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E5055-8AF6-4FB6-ACD6-A7F46AA9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0" y="710565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중단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040E1-AA2B-47D4-899B-4E24E50C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3295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FCBDD-0303-453A-974D-A587D8A5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3362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EB682-D4AE-48EE-B777-4D69B2ED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ED11C-5D5B-43AF-A2DE-C4365868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0" y="4714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3BAEF-E631-4109-9CB5-ED200E93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06550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02E0D-CD68-486E-B741-008D1E39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0" y="6315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84E292-659A-4182-B7A2-E8167C15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7700" y="702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E024A-F069-48F6-8927-C87E8846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900" y="7096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0195F-15D2-4CD9-B5D1-C30BA475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0" y="702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5E3B3-74A5-4FE8-BBD5-04414556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900" y="7096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FC470B-064A-4A59-AFAD-5FE7E9CC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8896350"/>
            <a:ext cx="685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이번 산출물은 플로우가 아니라 화면별 배치와 동작 명세입니다.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9CF4B9-BABC-4F99-BFCA-9BD149D0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773EE1-9818-40CA-A0D3-35967F33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218527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55A28-0B1C-4E1E-85F2-80336A8C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C8D93-C65F-4D88-B4FF-BEE1481A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layout rule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89E715B-3324-46C1-91B6-7DA38018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공통 배치 규칙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FA3A2-6111-42D8-AA15-6DD2798D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60C78-A84B-469A-AB2A-1FD6B87B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2286000"/>
            <a:ext cx="3714750" cy="64198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2FFD8-3ABD-48DA-A185-C228F9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2533650"/>
            <a:ext cx="3333750" cy="5924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69AC6-9B79-4DC0-BBBF-952F5E6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25717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1080x1920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7385A-0220-4BB3-B8A7-C56AC234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28384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공통 레이아웃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B5756-DA94-47A4-AF8C-20FFBF19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3200400"/>
            <a:ext cx="2838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109D8-FCB2-4DA0-964A-4FDC840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4229100"/>
            <a:ext cx="28384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DC18D-8C31-4614-9FDE-9593B9C5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6934200"/>
            <a:ext cx="2838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80EA1-F25A-4E8D-A0E7-C5E1702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7677150"/>
            <a:ext cx="2838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FD495-BAF5-4E81-B109-C0E37661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15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38940-6E4D-479F-881D-E495832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3419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0291E-D3BE-41B6-9A0A-FB171C96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1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752C2-F62E-4B87-A14B-994D84A8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448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8C133-1609-4F89-871C-91536535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150" y="7067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364BB-0CE5-40EB-9C55-EC0A281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713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31A75-5973-4ED8-B47A-4D158700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150" y="7810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722A0-7F66-4540-BC0F-C13661FE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7877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77E35-B258-4D84-A37B-8B768E09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7432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FC0F0-F666-4720-88C3-4F2BF7D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8860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6EE7A-F335-4097-B686-CB682474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7432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32D8A-3782-43E8-9336-68B48DC1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28860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A7E35-B999-4380-A93C-DE693467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2743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8F627-A580-43AF-8CD9-953F86BE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2886075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9E0D6-DEDB-4857-90E6-9EEB393B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0" y="2743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57923-814A-433F-B78F-F1625D68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3200" y="2886075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8E6A3-DBEB-4733-B1DC-8CE7B34B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257550"/>
            <a:ext cx="66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911982-FDD9-434E-BD5A-68DB7A9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33718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E70E55-E43E-4040-A335-D19F7FAB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2575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589664-5230-441C-9EE2-B590AD85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33718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상단 / 화면 제목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A8EADE-0279-4830-A058-597368E8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32575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2F6A57-FF6C-4981-86A9-A2A64EBF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337185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현재 화면ID와 미션명 확인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9D7C14-161D-4681-84E6-BDCE8635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0" y="32575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CBB0C7-0A3D-49B8-86B9-CA824B62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33718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P-xx title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C7060A-3E4A-40F7-99CC-CA9CA6AF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943350"/>
            <a:ext cx="66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5669D6-FAC0-49AA-B039-E106205B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40576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B474CA-2F9B-4AA3-802D-07E2433F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433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F2020C-8FE4-4F00-8F36-4782A87B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40576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본문 / 주요 작업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DAA2D9-63D9-46E3-BB85-C33C1D30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39433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2F2C10-B1D5-47A0-B6FE-87030B98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405765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카드 선택, 수행, 입력 등 핵심 작업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FE07ED-BA5A-482F-BEFE-4E006B0D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0" y="39433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6333AB-48C7-40E8-9C9D-1ECB42D4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40576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screen-specific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233309-0533-4B76-9567-F2D1ACE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629150"/>
            <a:ext cx="66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B621D3-3CC0-4FEA-A675-59D8ECD4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47434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3B3980-0097-41F4-A6A3-84C8DC7B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6291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7609F0-450C-46BD-9387-B5777F09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47434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하단 / 기본 CTA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4CC9BB-DAB2-403C-A808-4B7EAEE5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46291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1A6ACC-B7B9-4C8E-834A-58F3BE0F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474345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다음 단계로 이동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44F601-3CC1-43DD-A9D3-282B6A99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0" y="46291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8599DF-B74B-45D4-BB73-2A05382F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47434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nextScreenId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B3B75D-83E2-4478-A243-B8C26CC7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314950"/>
            <a:ext cx="66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DD8B7F-AEF7-45DE-AF2C-88AAA092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5429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D4A50C-F768-4F5A-B3C9-D2DCC8EE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53149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C81E07-4DD8-48FA-9C74-07F6FD6C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5429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하단 / 안전 액션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362C1B-996D-40FE-B559-B300E418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53149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2CFBA0-9239-4239-867C-C9AAAFFD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542925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휴식·중단·뒤로 이동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D17BE0-D660-4A2B-ACDC-DD60B097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0" y="53149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5682F7-873D-469B-8B33-80DCA6C4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54292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REST / STOPPED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C72140-4C9C-487C-AA62-238DD621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6000750"/>
            <a:ext cx="66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62AB5E-D628-49CB-8CDC-F030C58F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61150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902AB6-F9DC-4792-9A23-DB55A644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60007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9BDB77-C7D0-4D31-8F5E-F13D0A9F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61150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오류/상태 메시지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B535B75-DD31-4EA7-8F66-A9B429A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0" y="60007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03F9B9-E143-442C-A1EE-081413E3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611505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입력 누락, 저장 실패 확인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0EF83A-25D8-44E5-88A3-2340DA42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0" y="60007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16AFC7-E527-4B25-B4BB-FF589AA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61150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alert role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6EA29F-FC7D-4C36-96FB-4C874052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7486650"/>
            <a:ext cx="10706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C7D9D5-B5F1-41F8-8F07-0F67AF3C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7486650"/>
            <a:ext cx="214122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E558D3-EEF4-4F90-8124-B297393F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7848600"/>
            <a:ext cx="17602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1080 기준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B3E5D1E-5940-4CC0-9B11-9F914678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4470" y="7715250"/>
            <a:ext cx="18745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safe margin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CB73861-E298-40CB-9AF8-5ABA55FF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4470" y="8020050"/>
            <a:ext cx="18745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96px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F15345-9AFA-4ED1-B57B-3EB9452B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0440" y="7715250"/>
            <a:ext cx="18745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header 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E1D8A4-8FF4-4AC2-8496-13BA77F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0440" y="8020050"/>
            <a:ext cx="18745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120~260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F295F5-E0F3-403A-BB26-D04B59D4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6410" y="7715250"/>
            <a:ext cx="18745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body 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33B43D-205D-4255-9B8B-DFF89BA6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6410" y="8020050"/>
            <a:ext cx="18745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320~1480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B57B01-CCEA-4724-A252-3F6F6809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32380" y="7715250"/>
            <a:ext cx="18745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CTA 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DD4CC3-72F8-40C3-A9B0-0CB8394B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32380" y="8020050"/>
            <a:ext cx="18745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1600~1780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F2CEB5-9B26-4D99-9B46-260DC8F6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5A97840-8C9A-4801-8D73-54536D7A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9861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227242-B36C-4206-8238-04F85A67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72BB9-DF8B-4959-8258-C87F3CE0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wireframe + action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486D57C-478D-4CA5-8BE2-F1E0857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P-01 운동 선택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2154E-7663-4F83-99B7-79123B9D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5B7D6-AC61-4A91-B189-B42FBC18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209800"/>
            <a:ext cx="4095750" cy="70961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F83B1-196F-4E92-87E8-75A1E988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457450"/>
            <a:ext cx="3714750" cy="6600825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64246-E964-4AB8-8BFF-CCD739D5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2495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1080x1920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2E252-ECAD-41EA-88CA-F9CCFC22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7622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P-01 운동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6208D-F784-4D97-9B91-8D8273FB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31432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오늘 할 미션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23B9D-FAD6-45BF-A7DB-17702BD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3886200"/>
            <a:ext cx="2990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573CD-D1AC-4218-B354-BE3974E4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4057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팔 앞으로 뻗기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C513D-D5D1-4151-B56D-48537462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4419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30초 · 앉아서 수행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1B1BC-42A5-4690-80E2-90241B67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5162550"/>
            <a:ext cx="2990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B9172-FAA5-4B5D-AA8B-A6D1C113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53340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손 쥐었다 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08B05-9BBA-4A21-B274-9F86650F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5695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20회 · 검토 완료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DB71B-2E6F-4EEA-B6EE-75E3579C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6438900"/>
            <a:ext cx="2990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9A64F-2865-451A-9753-A43372F8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66103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무릎 펴기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205AD-97D5-4CC5-B9B1-8FECF20B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6972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전문가 확인 후 사용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EF6AD-BEFB-481A-8ACF-AFF4F057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4000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DED3F-67BB-4315-BE16-E1EF2E4D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4067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41DA0-CF6C-43EF-B3DA-514CA806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276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2C7D4-402E-4ABC-81B1-7EB88A1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5343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53C2F-CB2C-430F-9005-56B7866F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6553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9B5A4-E81F-4EE6-9BEF-261EC673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6619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EAABF-76A6-4B8A-B9D7-E8FE4AFE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8020050"/>
            <a:ext cx="1238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뒤로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CD870-0BFD-4907-842C-9753A3DD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8020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76C7D2-5AB7-4910-9368-AE375034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8086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DF59EC-4892-4275-AD1A-EAD2AA35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60985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D89AB-80F3-4716-BCC0-F85DC00D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7527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C37DA-3858-488C-86D6-9566A27B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609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72E98-CE5D-4236-90AB-8D168A9F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7527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FA7A9B-AAE1-40D8-B6AD-4BE9FEF9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6098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0142DC-8D68-45B4-A8A1-C6B56CF6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7527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6886CC-B31F-43FA-A53E-B0891227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26098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99402D-1A01-4102-AE21-75BF724C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2752725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6DC13A-FE7C-47FF-A103-8CCED587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1242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99EECC-7F02-4846-B92D-E32026AA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2385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6F5F01-C9E4-415C-A39A-EC591C0A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1242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0C0485-63AC-4059-8C52-463BB3FE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2385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카드 / 1행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ADEE4B-752B-485A-B2DB-9688BBCE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1242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65B227-B16B-42BA-B47C-9019D193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2385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0D9078-4C67-44F6-A334-2E859C4D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1242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A49B40-B96A-422E-8973-9C00F8A0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238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tapExercise → P-02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20122B-F2D1-460F-A8FB-9C67DA75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7338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F379DF-89C5-4590-BDA6-9228B413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8481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A21066-8046-48DC-A04E-7A55B1CC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7338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5849A2-AFE5-4FB7-8F01-B0EB156E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848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카드 / 2행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202A3D-51C0-4799-9C36-3087939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7338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EC4BF4-AC79-4B50-8A28-EE363040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8481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5BD7C5-D513-422B-A29C-44529815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7338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8F4355-5932-44FE-871D-3DC9465F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848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tapExercise → P-02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DCE1B3-DFDC-4B52-BF96-3BA53122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3434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FE88C3-FC2E-4A61-833A-48D865BA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577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CA696C-E080-4F18-AD82-E0B6800B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3434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81B270-61A4-4463-9E28-FEB68C92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4457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검토 필요 카드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109B45-7729-44E2-BF8A-1433A15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3434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2512D3-7799-4D66-AE1E-82271E8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4577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 차단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D859BD-E571-4357-94C1-80344BF9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343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5B86DF-408E-43F7-9576-D8581ED1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disabledReason 표시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314A42-6757-4A07-AE80-02FEBEFA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9530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3D4E0F-D2AA-4320-A11C-5F8261E1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0673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0C8A9E-4543-4336-8699-F209BCD1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9530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57DC55-714C-4FD1-8A7B-2AE35E51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067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뒤로 버튼 / 하단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477129-25C8-49A1-B919-0396F9D8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9530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E36DCD-B7BE-4EBC-84D0-8A8A4462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0673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A1EA363-CBC8-494B-9727-7E4FE99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9530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0C0F15-5A87-47F1-A01D-43B9E163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0673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goHome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59EC97-BA2D-46DA-BBA8-92973AD3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55626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2B596C-218F-4E0F-B559-4AA3BEE3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6769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DC39CB-10C7-4BEC-B03E-0B56D044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5626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800422-2D32-4307-BA32-AD2EBF3D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카드 상태값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D60D67-F68A-453F-834F-C91CC3C7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55626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A4EB81D-9D02-40E4-8BE4-B669A01C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6769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enabled/requiresReview 반영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FE6A78-D442-4243-9739-8976A1ED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55626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1087D38-5923-4962-B30A-864B908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6769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Exercise.reviewStatus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266ABA-45CB-4E7C-A217-BF818626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772400"/>
            <a:ext cx="10991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F58F6C8-F145-4AA3-871F-3DA08328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7724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C974E49-30BD-44CD-A8DB-2D72D244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134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좌표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EEAAEC-1407-4709-BACA-C5914043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card x/w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04E554-656E-4D56-AC18-5E8D302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96 / 888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763E9E-0584-4F93-81C3-74F6075E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card y/h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99BC2E-F13D-48CF-8283-A762FE28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420 / 260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33DF62B-E024-4753-B474-D3FA33BF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gap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FF8D4C7-BE1E-4AA1-9D51-73BFE1FE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9506239-3F46-44A6-86E2-55934663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back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CBF65D2-138F-4FDD-A72B-1DFD5E09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y1660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586C790-AC89-4EAD-B946-D139B91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20D6271-1FED-4372-A45F-F4EA9A32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884781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91D6B-7D0B-4994-97C0-6AB1DBA1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070E3-2DA1-41EA-BC56-3ADC954A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wireframe + action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577DACD-44B0-4221-BFB6-29E6EDC5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P-02 미션 안내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033B7-CBCB-4C21-A424-8A64AD9B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E2AA1-370A-4CDA-8863-6A5B7437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209800"/>
            <a:ext cx="4095750" cy="70961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A150D-FD67-4440-B7AE-A56FCA8B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457450"/>
            <a:ext cx="3714750" cy="6600825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54F17-8618-4D41-89A8-F975539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2495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1080x1920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63B43-84CD-4205-9DC6-CC81620E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7622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P-02 미션 안내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D50ED-80E1-49AF-A4AB-5EF67F3C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1813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 앞으로 뻗기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D7195-CACA-491C-A701-5DED0D4D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3867150"/>
            <a:ext cx="2914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06853-B7D1-4C04-93FC-551FDED4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4152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목표: 30초 동안 천천히 뻗기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06F4A-1234-4361-BC51-88EEC1D4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5010150"/>
            <a:ext cx="2914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455AF-6AE8-4F87-B278-C1D9F5E1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52578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주의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통증·어지러움이 있으면 중단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CD8FB-0DF5-4E27-9607-48C3496A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7429500"/>
            <a:ext cx="257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시작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6C065-0AD4-42AD-B1EE-16DDC804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8039100"/>
            <a:ext cx="257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뒤로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7E53A-11AC-406C-9C0E-B023E1EE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386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A91A2-31FF-4648-8F1C-BC05F141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E1CF6-41E8-4F86-85E8-ADA45680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073F2-B7F9-44D0-A224-E131A8C5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5076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CE129-EB53-4422-8306-96945DBD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742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CDD72-674A-4769-B80E-7CBD51FB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7496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ADFB9-1B30-41D4-8311-FEA7B4B3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8039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0BAB1-D881-453A-94E4-085CF73A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81057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8BB17-B8C6-433B-AF51-3A8B4721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60985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8D731-5E2E-414B-BCA4-AD8FBFED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7527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63BFA-DDB7-4DE5-B770-6188B84C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609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F5574-E61A-45C9-AA5A-C1EA982C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7527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DB33BD-FA2F-41E5-9D31-F1D807E0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6098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52A013-AB6E-4BC3-B96C-EEE427FA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7527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2AE1A-F459-457D-A425-4F5EF518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26098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054123-42C1-4058-8064-F35F317E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2752725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E47B0C-B4AF-45C5-90A5-ABB31CC5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1242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D7DF0D-F4F6-4F90-8906-7CB909DB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2385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FB4CFF-AADB-42FF-86DE-30C20C1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1242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A4E66F-DE8F-486C-9FFC-3B046A8F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2385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요약 / 상단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9EB785-0986-4CF7-9980-BCB60D3E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1242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971F17-17C8-4075-A28D-300EEC0F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2385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확인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3FA9A2-CE14-4A3F-B51D-11843F88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1242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B54E1B-AC7A-47B4-826F-D1B98CED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238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Mission.durationSec 표시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1B60C5-63B4-47CF-A54D-82A67949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7338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60EDE5-609A-4B69-8D26-EBD70D2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8481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154E89-F854-41A6-B84B-7D03F578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7338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E2A008-3B1F-41AB-848A-869F2B6E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848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주의 박스 / 본문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A16402-717D-4C86-BDE0-C0FE0A93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7338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356803-0921-4504-A367-E025398E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8481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읽기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C12AE7-A028-4C15-B00A-A43FAB1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7338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F5CD46-1386-4796-869C-5B62B443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848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safetyCopy 표시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B1A46F-1DE1-453C-BE72-E76E8EEA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3434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C492A8-17BB-48E6-946F-3F10232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577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21E719-262E-4B0F-8B76-7E3B6D00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3434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425C21-1129-4FE4-9835-6ED598F2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4457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시작 버튼 / 하단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7A410F-ED58-4783-94D5-329AB1E6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3434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C415D7-82FE-4269-A777-E58FC70F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4577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02165C-10C3-47C1-82B2-D99B258F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343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21BFC4-81DF-49F0-A9EE-2E52A1D5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tapStart → P-03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ECFD51-6254-42F9-B150-18C05AB7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9530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DB3BE7-296C-44AE-AD17-72CE883B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0673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4E85D3-25AB-4216-A60D-60555147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9530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875AC1-E37B-491C-950A-BA40483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067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뒤로 버튼 / 하단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1DCAE1-7046-4F82-8409-CB85E932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9530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BAD1D2-C797-4424-8D1B-D4B20E11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0673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563E36-5626-4447-8E6A-93461839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9530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1D455D-BE5A-4160-9FED-BECA9262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0673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back → P-01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75BA4B-B699-433B-B7DA-90CEF72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55626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EAE638-66D9-4B8A-A71A-00F79735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6769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44005E-7C3C-4858-996A-42D9989A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5626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DC7A88-9B7A-4FF5-A8A4-9466B891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진입 이벤트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3025E1-EDB1-4B54-A2C3-04CC7DCF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55626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EF4D93-4B77-4DC0-9853-B713FD1D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6769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노출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28FFA8-8C00-433D-911C-59FEBFFC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55626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75BDAF-E598-4317-80EC-AC8856C3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6769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mission_viewed 저장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E634D3-5D01-439B-BC00-746117AC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772400"/>
            <a:ext cx="10991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90CDEA4-DF88-4839-AF45-5FA454D2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7724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77BCBD3-B2C8-4BB2-B186-9C4014AD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134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좌표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A0BF20D-5D36-4CB2-A1A1-5F1E207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summary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7BA59F-9528-4CA3-A17A-099D0A3D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y420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5058CA6-86DA-4C0A-98FC-F57BA18F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caution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AE1703-E1CF-4FB8-8D02-41C15C21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y700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519D02D-AE6D-4371-B793-8B0F3C42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start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B8C911-D617-48BB-8C10-6708CAC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y1550 h120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216195-34C7-4316-BD33-73371129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back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D38214-5A36-4DD6-96B1-A8650A68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y1690 h120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5DF4C5D-90CC-42D0-8628-7FF469B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B3EF04E-C346-441B-9C6C-9D0CF52A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0364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D1555-7EDB-4BDB-AA94-07CAC1C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B05E6-E817-44A3-B0EC-CC63DF57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wireframe + action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9CBCB52-BB39-4FD9-A6E0-B0C7E7DB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P-03 미션 수행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5565D-3F9D-4AB3-8B8C-F2D76387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B7595-1BCC-4509-833F-AA2312A8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209800"/>
            <a:ext cx="4095750" cy="70961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B4AAE-E106-4036-A633-67C8CDE2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457450"/>
            <a:ext cx="3714750" cy="6600825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00C46-7B89-44BF-BAB3-CA97DC11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2495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1080x1920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13F5F-E876-4823-B7F7-9470AB0C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7622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P-03 미션 수행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1F96A-4BD9-47A5-BEE2-99D90E8D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1813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팔을 앞으로 천천히 뻗기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20563-BCF4-434B-9E76-BA7067A0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924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남은 시간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1FF41-5705-41B2-A03D-F8AE0D94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424815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18초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5680B-544F-4E4B-8508-7B026062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523875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5F83E-3807-4D6C-A088-A3C1798B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5734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AB8D4-1717-46BB-B54A-FFA28EE3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73342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목표 지점에 가까워지고 있어요.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EF7E7-2B9C-4B0F-B3DD-3D3CE52A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798195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쉬어가기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A509B-60C3-4E34-B7EB-06C6EF6E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798195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중단 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A89A4-FC8D-44E6-8945-25CEB78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6C933-774D-46AE-9FE5-5D41F3B5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248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842B3-FF4F-4494-B78A-2E5A0576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4248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E6640-6FE5-4852-B83F-058794FD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4314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F4276-173C-480B-9BB4-72E68D29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5238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0E3C3-61E0-45D6-8CC8-1BB05882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5305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9325A-490F-48BE-8BD4-9154AEA7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798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F90BF-50D0-4C02-B91F-E0CA67E0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8048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92D39-C436-4C25-81E6-F5AFB884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798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12AAF5-1C70-43A7-8C26-528CF2A2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8048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3CF79-B687-4C5E-95D2-BBFE7B20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34315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F26C2-F890-43D4-BED0-90B0BA45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4860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872162-46B7-40D9-83A5-8222D7FD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343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C86716-1CD8-4815-BD07-76DBB44B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4860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40E1C-70AE-4CDB-B792-8FAF6027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3431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E4E3C3-9EB0-4EC0-A6FC-9558ED59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4860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BB32F8-609D-4730-B1C9-E903F07B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23431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A2EED2-63FC-46C2-B2F2-FF134EB5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2486025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5AF324-E905-4B80-BF64-21428DFB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857500"/>
            <a:ext cx="685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4474CF-C29A-4710-8A54-2BBD146D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971800"/>
            <a:ext cx="495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F21E88-4FBF-4EFC-AF9F-9F3CDDA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8575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B95EF0-767C-4261-B952-799EE487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9718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미션명 / 상단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D6EB3B-6353-4E86-A86F-8579A31F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85750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556F4F-0777-4BE6-9568-B2C1E958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297180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확인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2412D0-C764-46C2-9BCB-F7802905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28575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C00EE5-5635-4F8E-AFA5-52F599DF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29718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Exercise.name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A6A667-26B9-425A-AC52-D99EC449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448050"/>
            <a:ext cx="685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14D69A-7F5F-4098-A1A9-F2F0E43A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562350"/>
            <a:ext cx="495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3E1B0E-57D1-464A-849E-910224C7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4480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55E3C6-32DE-450B-B51F-867E996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562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타이머 / 좌상단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33ABD4-75D9-488A-9AF6-4B766B8A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44805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A738CA-AFF4-44E5-BF72-B8CF4373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5623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자동 감소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5FE0D8-99D9-48A2-B7AD-D2212513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4480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FE6717-4639-47BD-A31C-5E8DE160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5623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timer_tick 저장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DDD867-E28A-4726-B5F4-D3F28ACE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038600"/>
            <a:ext cx="685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E48563-56EB-4D11-B11C-8B5F3BA3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152900"/>
            <a:ext cx="495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660608-60A8-4151-B3E3-1A1FDFF2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0386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3639C3-4F90-425A-AFD9-3B7745C9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41529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목표 반응 / 중앙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639A99-7270-4C2A-BDCA-A2736B5B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3860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887D4C-C061-4248-AF3E-6404FFAE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15290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동작 감지 시 변화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9C57CA-D260-4F1C-9A2E-C45D8A5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0386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F8DE5C-A2C8-4660-B266-50EE1004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41529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movement_tick 저장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61D325-E944-44FC-81D2-C314B71D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629150"/>
            <a:ext cx="685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B1046C-D69F-49D6-8952-9120C3EA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743450"/>
            <a:ext cx="495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006189-6B1F-40D2-86DE-18AD9782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6291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8F0A0A-03B6-42FE-836E-9B0B9164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47434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쉬어가기 버튼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5121D0-CCCB-4491-A19B-61708710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62915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282744-F37F-475E-807D-16B3A144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7434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D1A68C-EE09-436A-A7BF-31363DC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6291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3FF2DF-2922-4576-AAA6-1C867238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47434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tapRest → P-04 REST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67978F-ADC5-4BD6-A0C3-999D47BF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5219700"/>
            <a:ext cx="685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2CCA9C-1EEB-4481-95AC-D8F6C89C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334000"/>
            <a:ext cx="495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E9BC54-BDB5-4CC7-88B1-67D2C91C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2197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CD0981D-8390-4DB6-9CB2-D2E57523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3340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입력 버튼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E59F35-DBA9-4B52-B443-4CA014C7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521970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72B29BC-077F-4970-AA22-6330F470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33400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A01938-69ED-41CA-BB1C-229BFB04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52197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DBE5AF-66B4-4BE7-ADDE-59B4EE1D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3340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tapStop → P-04 STOPPED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6A7CCD-10B8-45D9-A668-6BEC94BF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5810250"/>
            <a:ext cx="685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90183F-72E3-4150-8AC7-99323AEF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924550"/>
            <a:ext cx="495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A7BA01-9DE8-4DAB-8B0F-6F427228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8102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96FEE6A-A0F1-4818-83C7-AE1C7292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9245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시간 종료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32842F7-E4AD-4051-B5D1-33B874FA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581025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BF1BF7-CAF7-4C0A-92EC-AA06F6D7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924550"/>
            <a:ext cx="361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자동 이동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637448-C130-4CF9-AFFC-C5C75EE9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58102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607D83A-86A9-48F8-8122-0040D3A6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9245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timerEnd → P-05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B68B55-D798-4226-956A-BE7F82BB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886700"/>
            <a:ext cx="10991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62B836-0DBC-4AAB-A50E-71CD6401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8867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0F1C7F9-C3A5-44C4-B957-763EE7EA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248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좌표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68333D-6C1A-4C4A-9C98-04A9FBA0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1153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timer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EDDEB2A-4645-49EE-B518-BA4CC9BE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4201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y420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D8DEB59-5DB8-4585-8AD1-B74E0D25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1153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target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14D09E2-EBF9-4239-B75E-60408662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4201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x240 y720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F6D167-0584-46C2-A7CC-63C8B051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1153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rest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D33F13E-E4E1-44FC-83F3-A53D73BE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4201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y1640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85369D-1386-4437-89A3-031C4EEE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1153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stop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08582DC-8078-4E27-B758-90475D5E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4201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x576 y1640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203EA09-C619-4268-B619-86EFE912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6654985-AFED-4199-9BC6-2905FF0B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95250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73A4E-13D2-4EA5-A2BA-EB941E64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3C09D-DC81-4CE1-ADEC-C91FD41C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wireframe + action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6666E85-022B-4616-9AE4-405249DC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P-04A 쉬어가기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407A1-1108-4B5A-8103-F6E3E32D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C1EFB-F3D1-4816-B1FC-3F9AA6F8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209800"/>
            <a:ext cx="4095750" cy="70961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86F4A-FF82-461E-8723-9A9CD90B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457450"/>
            <a:ext cx="3714750" cy="6600825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5098D-973D-418E-BAA6-D3C1F980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2495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1080x1920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0CD35-1049-443F-A88E-2B766CB4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7622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P-04A 쉬어가기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33FE4-15F3-4BE7-8730-A208FDC8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2385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잠시 쉬어가기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39F47-5C45-4399-ADBE-61CF1347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42100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4AB54-18C5-41F2-8999-5DAD59F2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552950"/>
            <a:ext cx="1885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휴식 중</a:t>
            </a:r>
          </a:p>
          <a:p xmlns:a="http://schemas.openxmlformats.org/drawingml/2006/main">
            <a:pPr algn="ctr">
              <a:defRPr sz="22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00:20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65625-0B37-46E8-B706-5EE9661D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6057900"/>
            <a:ext cx="2724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688BF-E4BF-451F-B9DA-E98C300F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62674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통증이나 어지러움이 있으면</a:t>
            </a:r>
          </a:p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입력을 선택하세요.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E6219-0354-4241-A46F-56C8433B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763905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계속하기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F2E26-0A5A-4844-95BF-3153688A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763905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중단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17F93-6DB3-46EE-AD26-38E75A09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4210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51552-82E6-4321-9109-17B6319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4276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B9948-DA41-42B2-8B38-DF6DA9EA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6057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B573B-6305-4437-B077-867B394F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6124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86894-CF3B-476E-AF54-90CA2D61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763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CC8CA-B1B9-466D-B9AC-78DB224E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7705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A3E96-C3EF-4978-AD64-D24E01AC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763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9327DB-7324-49CE-8B6E-1BCD28E7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7705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F1EC6-1D7D-4A5B-9FB5-E0C9F2B7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60985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78D6B3-5364-4FA0-B2F1-F30F704F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7527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5C91F-B437-47F5-84BF-64E7BD23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609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7A99B-CE4C-4351-B0A0-1B01386A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7527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F3C22-0FF2-4983-B761-D771742B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6098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747B2-3777-4F0F-9728-D4C86D57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7527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02DFAF-AF64-42E5-9742-A6F480DD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26098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FBF2F3-DB46-4790-ADC9-27864185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2752725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7C21F-6DCC-451B-AACB-4D697ABB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1242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B754A-1E7F-45D1-A2BE-C8227CAA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2385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95F61B-8FC0-4800-BD08-DFE9F486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1242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820C3B-6E3F-405D-ADC9-FF4100D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2385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휴식 타이머 / 중앙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8E4F0A-3379-4BED-B8D3-A928B0A5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1242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A600DC-FDB5-49FF-BFDD-9463D8A0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2385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자동 카운트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5FF55C-765F-43C3-87A0-A5D48CC4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1242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9A386D-2D6E-4C5B-B3E8-4924430A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238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rest_tick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9CFB3C-3CB6-46D9-81FB-6F5A887F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7338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6F9CDD-4E34-41DC-BE26-40AC0B5A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8481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B13D51-3AE7-4844-8639-7A2149E4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7338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35B855-7542-4C4E-87D3-F6B6CC0F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848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안내 문구 / 본문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E40523-13B0-4C6A-9ED8-AFE86FA8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7338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B71581-4DAD-4891-8392-148FE1D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8481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확인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88E516-92B7-4AE8-9597-0AA8F50B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7338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4FFCC7-22CE-43CC-9F57-888DA180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848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restCopy 표시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5622DF-C3CE-47F9-8EED-C8558DD7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3434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8F313D-06F1-45A2-8537-07FE52AF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577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E89D29-EFEF-4437-9C94-78749D63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3434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F738BE-2963-4EBD-A79D-913EBB5A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4457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계속하기 버튼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0A3556-2B2E-4B7B-9146-B5FDE26F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3434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958EC7-4621-45B0-8365-19769D4A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4577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5F980B-F521-4E1C-B300-3870F4C8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343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7C8FB1-4DAF-491D-A326-E9911C00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tapResume → P-03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F1617B-34B2-453E-B108-E593B310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9530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8349FE-6BCF-438B-B633-7ACBC67E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0673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C37BBA-523C-42E3-AA09-022B1F38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9530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70BDC8-E41B-49DA-BC07-87963914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067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입력 버튼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15E4F5-E311-41AD-B722-2DCF4304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9530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E55C2D-AEB3-427B-90EE-C0D36E93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0673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AFF280-1807-46A5-8EA8-1B371F1B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9530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8CEDC6-4D00-4223-8D9A-34BFAB4D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0673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tapStop → P-04B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80D809-52CC-4983-8C20-8F840AB8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55626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A1CC6E7-FED6-4212-BDC5-09754FE0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6769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0621861-D27B-41FE-90E2-47F92D8E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5626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AF9FC7-B975-401A-95B4-03C31C77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진입 이벤트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D5F663-75D3-4870-AABB-0964674F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55626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044FB2-0B43-4276-8BB1-D00B89FC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6769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노출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304248-4FB3-40AE-89E6-2A45BD5D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55626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2197460-5395-4779-A3FA-08F8B1C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6769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rest_started 저장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CD78342-A535-4365-B94C-23279A4D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772400"/>
            <a:ext cx="10991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0895EFA-E992-490B-8662-CD5E9F6E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7724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2E94CA-971D-42A4-8712-C361CE98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134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좌표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6FFE14-C4E5-497E-9FB4-D8F484E6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timer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8DD65D-6811-4CA9-9B3A-88B8B15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x180 y520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DA0C5F3-2E7F-4B49-8F4B-12A95D60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copy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E9800A-0E31-4894-A565-7306A366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y1000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F28092-EDDA-4652-92D9-B955FCE3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resume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3417A2-BD7D-4531-B62C-B410B8A7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y1600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ADAB56D-1D2B-4BCA-B533-1E3DDDA0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stop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8C5F00-3CA6-4A7F-9685-D812CEB4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x576 y1600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DD6C6C7-BC3E-45F3-BDCA-4492CC5F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F1E63C6-E0D0-4C21-A609-186BF3E1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88247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3A206-2608-44A3-A43D-17AE1CD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3522D-09E3-412F-AD15-3143B615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wireframe + action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99CF020-6C03-4C7D-B8D4-3A0D24CB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P-04B 중단 입력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2A0F6-8557-4055-80BF-2D1B6A5A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B4903-4E5E-4562-B213-8D6D8801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209800"/>
            <a:ext cx="4095750" cy="70961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A7B63-316D-428E-8A09-7BDBE73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457450"/>
            <a:ext cx="3714750" cy="6600825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32BDC-5EC6-41C4-823C-098AACB3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2495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1080x1920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1D0C8-280F-4A2C-A13E-206E1FD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7622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P-04B 중단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68FDB-CEA3-441A-9E22-0E7093F1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1432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중단 사유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FF896-0093-4316-91D6-778C713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771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통증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52547-9EEC-48BA-88C7-251463A2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36957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8E248-7196-4741-948B-AB9CC35A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38100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0  1  2  3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013EB-C920-411E-AC0E-4BB59E49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4577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피로도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B5B80-65BB-46D1-A55D-696AACDE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43815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04328-53D4-448E-8247-4BDEE448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4958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0  1  2  3  4  5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F7E28-95AA-4C59-AB68-3F1485E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143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어지러움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89E4D-C1C7-4619-B65E-A3C6ADC9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0673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ADF4A-231B-4291-A63C-F1C48F1E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51816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없음 / 있음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99C09-BEDE-4B2E-AFC7-74F374A5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8293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사유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B675D-CC21-4120-9B3C-67903A50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7531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CB8B1-722E-4CA2-A0E3-8F3805EE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58674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통증 / 피로 / 기타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CDB48-4743-40FC-B763-1118A00B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65151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메모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17526-93E5-4BC9-A9B2-050DBF92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64389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65844-F164-4CAB-8120-0A7AB477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65532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선택 입력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DEEF3-DFD8-489E-A2F6-8FCE2DC8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7677150"/>
            <a:ext cx="2819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저장하고 종료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39AD18-6560-4A2D-B030-6A5E0360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8210550"/>
            <a:ext cx="2819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취소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652D7-AAD6-4ECB-9660-2E5C7359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3695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DF47F5-4C25-4080-93FE-3A3A661E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762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3BBF7-57D5-4B5C-9C86-1E03C19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0C1A8-719D-433C-81EF-EEA1B177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448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4DDEF8-BAD8-4114-A646-45F47794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067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993ADF-EC3C-4ACA-8D6D-E46DB883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5133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C021C0-959F-422C-8C28-85056D62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75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5F1ADD-73F1-4529-B77A-53C2079F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58197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FB8F91-3FB6-4C56-A971-7416289C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767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B28DD9-E159-4AA1-8887-E7F0E551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774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E26725-2208-4D14-A0BA-3D21B41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11455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E9FC09-0BE1-41CA-9623-36600051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2574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26AE7C-8196-4FB2-8C78-937BD693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114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E54048-C984-447B-AF18-CC14128F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2574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8FD911-1808-425F-8AF4-C065A177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1145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5ED1B8-17C0-450B-827A-33720F0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2574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FA8317-AAFA-472B-B65D-A54F4E34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21145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F23142-0C81-4B42-9690-3C774863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2257425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41EBF3-A8CE-4F07-B969-0AA3A65D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62890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5825FB-7F8E-44FC-9B03-38D3382A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7432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3636AE-7E64-438A-89F0-62DB07B9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6289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EB92A4-C298-4504-B558-01CAC32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7432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pain 라디오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2075E7-A50A-49B1-B4BA-E9036F8F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6289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A903F4-DCFF-4BB8-B9BC-6C3A7F8A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27432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0~3 선택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0B66B4-B938-45BB-A3B0-5E2B7D21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262890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EADD3A-5F5F-42BD-A5E1-73888EE5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27432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SafetyInput.pain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312255-3682-4E53-9A17-E7AB0092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16230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7908BF-90BE-4A72-963F-05432050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2766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35A121-B715-46C5-90C6-11F769A6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1623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04AC08-0217-407C-9E0C-0DD4BDDA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276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fatigue 라디오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22ED77-C2BE-4096-B0BD-FCA9BC85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1623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365406-AC5B-41F0-BFA8-06DFFE5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2766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0~5 선택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014A18-19C2-4F12-95AF-D33312E4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16230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FCA748-C0F2-4B2E-BC9C-566861FC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2766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SafetyInput.fatigue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F9F5CE-C615-43C9-B268-AD829959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69570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4A70EB-B0B8-4173-985B-BDA4E78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8100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31CC12-5DBA-4846-B153-9D0FE209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6957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C580E5-4F30-4D25-9274-95523AA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8100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dizziness 토글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F64E43-C891-4D56-BE2A-7ADEAFA4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6957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CFD6AA-646C-4CF1-918F-D542DD2B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8100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있음/없음 선택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119B5D-D556-47CE-A7F3-4451EE7F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69570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DF5D17-EEFF-4E19-B0D3-37113A14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8100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SafetyInput.dizziness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2E65D5-7D92-4B06-8E34-3FB4CA29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22910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484AB7-B243-4D79-84A1-D803466D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3434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B96725-4B1B-4049-833B-C227A5B9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229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E785631-9218-4E10-9404-71D80C43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4343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reason 셀렉트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B12D97-0D74-457F-8C04-F8112191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2291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F25716-D035-48B1-B46A-DD7D0645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3434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사유 선택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3654E3-B5E3-4F50-B684-BD9BBE1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22910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BC546E-72B3-4B64-87B0-42B7720D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43434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EventLog.reason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02B3083-0FEF-48C9-9B28-FBA0E160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76250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3E2A82E-C6DB-4B0B-BB2F-F79569A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8768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A3ADDF-7321-44DD-907F-C99A7381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7625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5F4E879-C934-43E6-8C3F-22DB51A0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4876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저장하고 종료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9D0A0F4-0372-4410-BF68-8E99F1E1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7625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A680377-30CF-46F0-BBD0-5242E7A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8768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F0634E-48AA-4574-88D3-EFDCCC0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76250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E27776-FC09-4027-9380-733C9869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48768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stop_reason_saved → P-05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82CE132-CFB4-40B3-8974-150359E0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529590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00B67C1-AE09-494B-A71F-FDE2DABD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4102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C3220A-B880-4089-A1BC-D8734AC6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2959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75E3B7C-F18E-43AA-AF12-452A3A75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4102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취소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CDA78AE-BF87-405A-9691-1AF3FAB2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52959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16FFAD1-E601-4EF0-B7A9-1A54DD77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4102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FC76A4C-C7DA-489E-8946-8D76FC43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529590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D8157EF-6613-4363-9121-739B3B93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4102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P-04A 또는 P-03 복귀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162002-6445-4753-B897-5822C7D7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5829300"/>
            <a:ext cx="685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4E6353C-6D18-4F28-A05B-CA0A9FF2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943600"/>
            <a:ext cx="49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7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BB300AC-7B82-4DFE-947D-DC4477A2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8293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6BA7615-FD79-4129-B93C-5A1B908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943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reason 누락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576CE72-59AC-48F7-A0D5-0DFAC5D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58293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8FE795E-0831-461A-B542-BDE80E57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9436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저장 탭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F19173D-62E4-4B1A-8269-3BF2571B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582930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435ADA8-2046-4CB4-BF63-7C56F020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9436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오류 문구 표시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84E4CF8-B8B6-4F1F-A87F-0C045475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886700"/>
            <a:ext cx="10991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C441EBB-F79E-45AD-880D-CFCCD9F5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8867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2B330F1-CE5C-42B2-ADE2-CB24FCB2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248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좌표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97754E5-2DDB-42CA-BD18-6A577417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1153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field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54BF683-8ABD-40C5-81EC-BF96923B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4201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y380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65F6298-705A-4568-B444-EAC104F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1153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field h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6E9990E-1898-4DD3-8109-6CFEC3B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4201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96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78711C5-3DC3-4323-B622-B84F8870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1153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save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C5787F2-AF12-45C7-BBD7-DD06C00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4201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y1540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6A0DE36-EEAB-4885-853F-6FEDE403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1153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cancel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449B557-7B81-4576-8258-42F70793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4201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y1680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AB885B1-1D9C-4A74-A2A0-D07FF01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7262122-535A-407F-9F42-E6F42938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890378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24444-E64F-4AD2-8DA3-9FFE89E0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0B7C0-A686-4BD5-8E10-87451A1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wireframe + action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65D812D-7D89-4D3E-A3CB-BAB19107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P-05 완료 요약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9EF3B-50F9-41CC-AC6B-3CFDD40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CDBB9-CBB8-416A-94FA-F2F2B192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209800"/>
            <a:ext cx="4095750" cy="70961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D098C-E69E-4176-A8AB-2E6D0FDF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2457450"/>
            <a:ext cx="3714750" cy="6600825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472AF-1DB2-4F5E-ACE4-609A6C87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2495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1080x1920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B0D30-A09D-4F8D-A7F6-21F9561A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76225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P-05 완료 요약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57C4D-3ECC-4F30-B6F8-F50EFA31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162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미션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0C871-E9FA-42DD-96C7-0F6C8478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3810000"/>
            <a:ext cx="1619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ECB48-07D8-4B63-87D7-D1D2977F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41719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10회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BCBFA-EE47-46BD-9C7F-24717C73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410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수행 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F3D67-0743-43F1-BD51-8E2E7BDA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4102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30초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E3BA3-9AA3-48F1-9C92-E9108EB2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7721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775DE-93A2-40C5-8689-FD3671F3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6000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중단 사유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304E3-0D16-4ACD-B50A-C2619A77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60007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8D0EA-53D0-482E-9377-217A0607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63627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5C761-57A2-4CC5-B090-95FC4F64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6591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피로도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5ED20-87AA-43A3-88FC-75CD9052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65913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2/5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C66C5-4E97-4D2A-A932-CB71AD6F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69532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73151-5D3D-471F-9C4C-26D59928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7677150"/>
            <a:ext cx="2800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저장하고 나가기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860F1-F584-4CEE-86E1-708A2CF0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8210550"/>
            <a:ext cx="2800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다시 하기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4E55A-AF80-4BBA-9C24-6AFFBDD3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CF8D1C-38BC-4A48-8D50-455C2D69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876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F1FEEE-190C-4A7F-AE45-965941F1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410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C5747-AD2A-4BC9-8692-7F1FEB83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5476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44D34-19F4-4EA7-B180-266CB9E4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767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2E5C17-31C9-425A-9E49-5A58AB95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774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92471-E913-4B24-978F-217F415C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21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0EC411-78EC-4032-B4A1-891234EB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8277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9CBC4C-0CF3-491B-91DA-9B019A99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60985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E9EC9-35BE-4FE3-A848-9E156A5C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75272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A863F8-2F2D-48FA-BFD2-360603AF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609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3BC4A9-A5DE-460A-8AC9-BC0CADAA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7527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29AA78-6304-482F-9E67-11D48DDF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2609850"/>
            <a:ext cx="381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4FE600-EB84-48F5-AFF0-BA2A6907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7527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3B335E-3A14-433A-BA10-20E96F77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260985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A6E836-1229-473A-AB29-5F54BCF4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2752725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92FC91-E1B5-40D6-9801-56252526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1242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E27ACA-1EF2-4CC2-9424-883A3C2D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2385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A8A091-53F3-49D2-84B1-B6FF7E99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1242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D5DD7D-EE9B-402D-B377-EDA3A16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2385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요약 카드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0BB688-42C4-46B9-99EB-5CFE8D5B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1242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E73DBC-0F3E-46D4-BACA-4B718D4D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2385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확인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F1A9AF-C791-4B4C-9BE1-205967CE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1242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DE646C-2190-4568-B4A9-BD827462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2385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EventLog count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AE3674-AEA3-48BB-BDB3-518F3C10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37338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F315BE-CA6B-495B-8AF1-3B7CC5F0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8481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9DF7AA-14C6-487D-AB13-D1BB2493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7338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7E417F-1500-4880-ACFE-10EA4D4F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848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요약 리스트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CD6F8B-D27D-4296-87C9-863CCD53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7338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1196B1-912A-4E4F-9434-EEBC738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38481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확인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1D9E24-9036-49D1-BEC0-8E5230C0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37338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C43A6B-4CE3-486C-A883-7D565849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3848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Session/SafetyInput 표시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91C6B7-7C27-44DF-9DDA-23E8A497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3434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31DE1B-E75E-4635-BB45-7D3C92A2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577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FDCFCF-6D0F-4F13-96FE-2758AC07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3434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46AE82-81BC-4BFB-93BF-4BB5891D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44577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저장하고 나가기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A67C35-7974-41D1-84CA-996DD928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3434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3C2FB5-A48C-42EA-9674-A09CD277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4577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0FE71CB-D5BD-4357-90B4-D7165837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3434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7FA718-18FB-4F30-9F4E-CFB17C2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44577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session_completed → 종료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B573C2-7CD9-49DF-8820-F68E5555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9530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A7E2E5-3F93-4848-89A8-D45D49E3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0673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C5565C-00D0-4CEE-9246-16D5114E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9530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4622D77-C726-405F-A698-F9E5A038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067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다시 하기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10B48C-0A94-49CD-88BC-3615ABAB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9530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2618F4-0BF2-4D64-8856-41F359D5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0673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D01899-2DE5-4403-8585-B9FE2BD3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49530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77CD37-4FE5-4D5B-B0BB-9450B2BF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0673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createNewSession → P-02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889E07-A6F9-4564-99AF-8C1D4A03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5562600"/>
            <a:ext cx="685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714B00-3355-49B2-B881-D20A7C5B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6769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01EBB3-7C29-4CB0-94E4-E2CC2B67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5626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BF5BD6D-E010-459B-B909-D6989499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저장 실패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1894BA5-02CA-4699-96DE-98903526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556260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9B4F9F-7218-41A9-BD7F-47E5DB01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567690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자동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B5D4617-5274-4B19-8D87-CCFA7A2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8800" y="55626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5413877-4636-492D-B5E3-615D1D78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4050" y="56769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alert: 저장 실패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32DA079-5A6B-4BD6-8AFD-6E4F4A31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772400"/>
            <a:ext cx="10991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67FA7E2-496E-43E6-AC20-BE9FA209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77724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2A9234-01CD-4A43-AC08-95B96426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134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좌표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32F709C-F9D5-4A82-B5A1-7D39D59F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summary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D4DAA81-C1FD-4FAE-8CF2-FAD95E63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x270 y420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69E92A2-D2CE-4226-8EC7-04FAEAC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list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4D15E6-13A0-48F5-9D2E-2F66AB25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y860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F2CFF23-D310-44E9-81EE-1EF5667C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save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316075D-6CE5-44BA-9C8C-D3A55185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8300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y1540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8EA6225-7B86-4655-B3DD-8DC9FCA5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001000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retry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505BED5-10FB-4651-93F3-C82D0D61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73325" y="830580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x96 y1680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4DC7256-A04F-4B1F-A1E2-0E09922E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F30FB5B-E20A-4C40-9B75-2E84D537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657100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1B1AE4-41BF-4635-B874-2C91629A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3EB24-01D8-4C11-827A-4BA977B9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desktop wireframe + action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9A2590F2-9105-4EFC-BA01-08C1CD12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T-01 치료사 세션 상세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4539A-F697-4F80-A8C0-922CA4FD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B2C99-CE64-4DEB-A8B5-BCA3DB3F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2324100"/>
            <a:ext cx="9906000" cy="6191250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48A26-F28E-4441-8778-7B5C249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2324100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22E1D-1181-415F-B446-C791EF89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2495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T-01 세션 상세 / 팔 앞으로 뻗기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9B187-12C8-4F59-880E-BCF6602A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35280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BA119-4E62-417E-B448-2722B27B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562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반복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8B7A5-3ED2-4F79-AD17-A61C270D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9052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10회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53FD3-B1C8-4D55-B510-6B5F1369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335280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327D3-47A1-453B-8469-355CE1A6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562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D7E76-520F-4B24-BD58-5E323CB8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9052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30초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2F821-130E-47AB-B9C1-A3229E8B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5280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97740-1EC1-4A9A-8F34-EC9D1377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562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중단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42BAB-07DE-4B09-9182-7E7C174D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9052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280EA-9637-42C9-A283-08792EC0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335280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185A9-2F34-4419-91A8-488CE43C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35623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피로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0248C-DDE7-4ED4-9BCA-6CE9C0E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39052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2/5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1E927-5725-44A5-B291-5ACB73BF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48768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이벤트 타임라인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ED274-6A01-4080-97A6-BC7BB8F0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5295900"/>
            <a:ext cx="4210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F8204-61A7-4FB7-9405-07BF5A3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55816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00:00 session_started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00:04 movement_tick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00:12 rest_started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00:30 session_completed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309AE-E507-4A6A-A566-AAC9CBE2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48768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관찰 메모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C4128-06E6-4C76-9F7F-84683B2C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5295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924E5-98CA-4295-9939-32FB28A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5638800"/>
            <a:ext cx="3562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오른쪽 도달 범위가 짧게 나타남.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다음 세션에서 통증 여부 확인.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DCAA9-1C45-4DCD-AC24-8DDBF377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7429500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메모 저장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9BAE8-CC04-43C2-B866-0B8E2B8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D962E-B4F7-410A-BA22-3BFCD969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419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E9ECA-0C9F-413D-AFEC-665E07D3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5295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5CE2EF-7F50-4771-970B-A14DFD1F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362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CCDD0-5DB2-4430-ACE8-12439D1F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5295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254544-FAC6-4D3E-BD64-1027B559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5362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A3927-F103-4E32-85A7-2C1E4BD2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742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019565-AFEB-4109-A57F-885C74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7496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F705A5-540D-48D8-8382-1CF3A3C4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F7E729-DA18-4AE4-A5D6-D3FD443F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34194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58042-52DF-4EE5-87DA-531B57BD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2571750"/>
            <a:ext cx="609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527745-CE10-4BD6-923C-B94F4576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0950" y="27146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E86FC2-6602-4593-B999-B8854E5D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2571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ADF68E-D51B-47B4-996A-F58D6466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0550" y="2714625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2B5C94-5D5F-479A-88BE-6F7C4E79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4600" y="25717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22CA9A-8E60-4093-B729-0479751E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0800" y="27146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959D91-2675-4A5F-A0D0-F9133BA6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5850" y="25717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2FF62C-4915-4CA5-BA7A-96A9A496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02050" y="27146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7A7B18-CD76-4816-8BBE-6EAE7FEE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3086100"/>
            <a:ext cx="609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F1A746-AA0B-4034-AFF0-9B6BBAE0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20040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ECB6B2-B218-495B-8BDE-9939A2C8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30861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2F04C0-2130-4B50-A68B-6A1041C9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32004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요약 카드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A9AF71-F773-4030-BF8E-121F391C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4600" y="30861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713E7D-60D2-48FA-ACEA-8EE48B4B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9850" y="32004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확인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524FD0-C2C7-4627-926A-2A4BD45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5850" y="30861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943379-A190-4EA4-9669-5B6486EE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1100" y="32004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Session/EventLog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4BC627-9FED-453A-B0EB-418D9EEC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3771900"/>
            <a:ext cx="609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D994F2-E58C-4E1C-A14A-CC9001D6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88620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DC54E1-F80B-4091-ACEE-E083F97B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37719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29EFCF-DFC2-4600-BD79-BBF1070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38862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이벤트 타임라인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1F53B7-9789-4428-8D3F-F6910F3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4600" y="37719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3F2F28-5566-4148-9509-78BA26ED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9850" y="38862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펼치기/접기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B3671D-2728-49C4-AC3D-154A88BA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5850" y="37719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9421E2-2310-43FE-9F41-7300A1B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1100" y="38862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eventLog 조회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7962EA-19AA-4B01-BBE8-94A10C7E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4457700"/>
            <a:ext cx="609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086628-FF07-427D-AB08-B29BE746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457200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B9EF83-6937-4846-9B2C-9D4907FB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44577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11288A-86A0-4EA9-B114-9C78C83E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45720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관찰 메모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AE5635-E98C-4E47-83D0-3DD199DB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4600" y="44577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EC3672-5A30-42D6-81CB-08CF3293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9850" y="45720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입력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06AAD2-947C-49C3-8254-E0A64D3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5850" y="44577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075685-1703-4ED8-B63A-FFC78D35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1100" y="4572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TherapistMemo.draft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516D38-80C9-495C-96CD-D92EB667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5143500"/>
            <a:ext cx="609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E12BC1-F454-48E2-AF2D-0B6E3827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525780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E6C70EF-323F-4B7B-99F8-D0E2472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51435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574BEF-B6FF-471C-AEBB-D2C2C15F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52578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메모 저장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DB6EF90-7B99-4B10-8643-5F12FE86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4600" y="51435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383D97D-8734-4C46-AB2D-098226F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9850" y="52578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클릭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88A7264-8508-4CF1-8227-050A839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5850" y="51435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FD3A909-BFF0-4426-B2C7-0EF598AC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1100" y="52578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memo_saved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5F7088-CDD8-4640-BF4F-A8B16C55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5829300"/>
            <a:ext cx="609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CE7C9E-B0E2-459E-AE69-A7D6DDBA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594360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81AE2E-D072-41C3-AF57-E6A3E5D1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58293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FB3AAE0-2FB3-4413-96A8-A4CF6793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59436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개인정보 영역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3BD7EC-20DB-4AB4-B6B9-BCCA5EF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4600" y="58293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C2EFAF-13C4-42C3-9ACE-4E24B9F9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9850" y="59436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권한 확인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2F39EA-CC38-4C31-ACB1-CF52016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5850" y="58293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4F32870-E926-44FE-A241-902B4028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1100" y="59436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role=therapist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1322AE-28A9-44C5-8A82-29DCF893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E0565F-419A-4AFE-ADB9-EEC2517D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335726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EA8D63-F56E-4D8D-837F-8185A392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DFD6B-F807-48AB-9967-BDCC5761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component action matrix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B117BFFE-AE48-446F-AF0A-AE9AA113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컴포넌트 액션 매트릭스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2B3BB-8E87-4BDD-9102-2D29C7BB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D190B-D335-4E35-9CE5-40134FB0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381250"/>
            <a:ext cx="76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369EE-3DB8-4DAF-AADD-8D558F79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2524125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46517-B6D1-4B84-81DB-AEFCCC4A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3812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FC2B9-0CBC-456D-A07D-A46F320C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2524125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1CF10-066F-43EE-AFD9-0E9BBCF5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381250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96FE2-E9BD-4189-9FEE-0B93CA0F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2524125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C9389-02B0-45D7-84D8-A1B824C4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3812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39130-EB7D-479E-9663-EF71EA0E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524125"/>
            <a:ext cx="480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BD693-ADA9-441C-B7FF-033474D8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89560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B2DD6-0C9E-4CC9-8FC8-F76EBA06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00990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3F2FF-EA01-4CBF-9B19-8860C4DA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8956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58327-39D6-4884-AEC3-8A1165DB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30099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카드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E509E-86B0-4FD5-B55E-F4E36ECB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89560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0C14E-CCB9-4092-8047-09B1B2B2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30099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BCADA-DA3B-45CA-BD2A-E6AA4EB4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8956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43375-B192-47B5-8998-59FCF772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30099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tapExercise → P-02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78554-9487-4F69-92E2-54E9A8F5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48615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8A515-CD51-4CBE-AE94-ECEDE33B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6004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8D91E1-747A-4832-9CE3-12C2FF85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34861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5DA86-3AA2-49D8-BFD0-FB452A0E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36004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시작 버튼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2947C-3DA7-416D-98B7-04AC7A56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34861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666E9-BA90-4B0D-A108-E0980898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36004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F4C25A-9E5B-4155-A074-35580358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34861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E8CCC-F4D0-4888-B384-56B41E97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36004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tapStart / session_started → P-03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0D33EA-3AE0-4847-89CA-3D85552C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07670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E079F1-14B3-4340-8818-40542B84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19100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2D404-0F5F-4D29-9E95-F00517B0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40767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1E32F-4231-43C1-BF99-7FFF892E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41910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쉬어가기 버튼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2F71C1-1220-4DC1-BB38-8A0B4333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407670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67541F-6BA9-40D3-8529-C4D6689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41910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1E82E-97B4-4B9F-B208-7B171EBE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40767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6A4CA3-2615-4111-B5AC-3D4CEA74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1910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tapRest / rest_started → P-04A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956257-4D0D-4F6A-BB0F-C3827739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66725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2820B3-1F27-4A60-AD7E-AE21F11F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7815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31928A-2FAA-48E0-8B42-3B693DA5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46672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45DFCA-6863-466A-A914-CE71C2BA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47815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입력 버튼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818D39-04F6-43B9-BE95-80917062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46672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AC324D-22C3-43DD-973A-3F27551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47815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ED020D-5A2B-43C6-A47C-6FD565E7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4667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14168B-FDFC-4F11-B43A-FFD4B91F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7815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tapStop → P-04B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F152FE-F851-4EAB-86AE-5C275F9D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25780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C73793-F566-4EDA-943E-27E6A83E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37210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5D81F0-37E3-49AD-A983-6AB61312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52578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2CB26C-41AA-47AC-9D9D-490E8370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53721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 저장 버튼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1BFE3D-34F0-4BDB-9834-2C2B5EC3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525780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8E342B-F8DA-4388-8EBA-FC419F9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53721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2115E5-2CB3-4EA5-BCCE-7373184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52578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CDD9E3-6E81-4B38-A8C3-A884D351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53721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stop_reason_saved → P-05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F11F2D-F08A-4895-95A2-6C4FE72F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84835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9152D3-170E-4A48-8AE5-1483B004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9626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2E2D47-C902-40EB-A629-F14305A8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5848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0DA6C2-857E-43A4-9024-5B7B7A21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59626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저장하고 나가기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DBADCF-8CE0-49A9-AEEF-2B7D06FE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58483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BD9502-52A7-4CCC-9F25-626E11D8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59626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탭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4523A4-D453-4192-A5AF-D5A1071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58483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50DC2E-0D23-4965-9EEA-7E5CB16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59626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session_completed → 종료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226AD0-252F-4D66-8A92-AA56D90A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43890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7A66E5-A547-462E-96EB-E4A52480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55320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494DAB-002E-4BBD-BCF4-93165699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64389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CED216-D1D4-443D-B460-BD2DA429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65532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메모 저장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4AD17F-0463-4701-A3A7-12B5E36D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643890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6F0838-E8E8-4E2E-A303-9C5C135D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65532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클릭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6C4618-AF08-4A4B-87CD-9AFD40B8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64389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9CB9D0-032B-4399-A696-9E570141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65532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memo_saved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72AFAE-3363-49EA-99C4-0C4F3CD0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7029450"/>
            <a:ext cx="76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DF2F658-32B9-42F7-B30F-D1AEDDFC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71437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FE09AE-718B-422C-94DE-CEA25321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70294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FC9E13F-960B-4F5F-B2E7-170E547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714375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저장 실패 alert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257CB0-2EBC-4560-B441-FE8A2638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70294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A09F1C-204A-44F3-8820-3013D65A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71437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자동 표시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5DE872-F09B-4FF9-ACE6-1D2F32A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70294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B586E9-6F32-4672-8189-74C50EFB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71437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role=alert / retry 유지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17306E-8953-4AFB-8C2A-A55D99A4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8324850"/>
            <a:ext cx="14859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05D3E9-5FD0-4AF6-B382-0ED2166C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832485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D0FE9C4-0D10-4F93-8D32-2A9181B9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8686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검수 기준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ED5368-4168-4298-B342-F6F2D4D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8553450"/>
            <a:ext cx="29003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버튼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85037C-933A-4D09-94BC-3DF33CD4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8858250"/>
            <a:ext cx="29003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다음 화면ID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9BEC42C-BFAB-49EB-BDBD-C6B5A11D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1313" y="8553450"/>
            <a:ext cx="29003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입력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FA8D290-FB2C-4384-8093-138A3CE8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1313" y="8858250"/>
            <a:ext cx="29003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필수/허용값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2A1B8E-EC77-4520-AE57-A65C4FCF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8553450"/>
            <a:ext cx="29003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상태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8A932C5-5106-40B0-88D4-23A86F3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8858250"/>
            <a:ext cx="29003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전이 이벤트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1A2149C-0016-4526-B332-60A01944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938" y="8553450"/>
            <a:ext cx="29003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오류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CF24569-BA1A-439E-8A2F-22A31900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938" y="8858250"/>
            <a:ext cx="29003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문구/역할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01E8D0-EDD0-4983-B550-E3180B5D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00FBCC-DB5C-4F6E-A196-20F554C6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050440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908ED6-A36A-40F4-9E85-4AF83AAD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47ABE-1A3F-4520-9BB5-E1A38726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event payload</a:t>
            </a:r>
          </a:p>
        </p:txBody>
      </p:sp>
      <p:sp>
        <p:nvSpPr>
          <p:cNvPr id="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CCB1B5EA-CAB0-4959-9B88-73A8FDB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저장 이벤트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262B5-6C11-465D-BF93-BBB52034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259B9-6FC1-419B-83CE-80340FD0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857500"/>
            <a:ext cx="676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A109D-69BA-4195-8CEA-5B10279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857500"/>
            <a:ext cx="676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29401-C25E-47CC-90C1-4B473E32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29908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session_started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BFFAB-B008-41B7-A431-5BAC36F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36004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{ sessionId, exerciseId, startedAt, state: 'ACTIVE'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64B6E-BE0E-4E09-A3BA-60672418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857500"/>
            <a:ext cx="676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971A8-581E-40E7-A5DD-D540EEE0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857500"/>
            <a:ext cx="676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971CD-C2A8-4EFE-891E-FC1F37B6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29908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movement_tick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362A2-CEFB-4EE6-A555-9727B9A7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36004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{ sessionId, elapsedMs, value, source, timestamp 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AA186-395C-40C5-95E9-759B636D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238750"/>
            <a:ext cx="676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E3F82-B2BD-49C6-9471-93EA4E29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238750"/>
            <a:ext cx="676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CA63C-421D-42BE-8287-DE82BEFB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53721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stop_reason_saved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C6BC8-5610-483A-9A43-167BF174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598170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{ sessionId, reason, pain, fatigue, dizziness, memo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5B115-1F74-4D48-91AE-96D15640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5238750"/>
            <a:ext cx="676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A8714-D380-4F65-9D00-87A52B99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5238750"/>
            <a:ext cx="676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C995E-9CC2-412E-94C7-B2489A70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53721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session_completed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8B87D-A450-48AF-A8B7-584B1101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598170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{ sessionId, durationSec, status, completedAt 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300BC-B88A-4BE2-BAB2-878C1A59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8305800"/>
            <a:ext cx="1333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개발 티켓에는 화면ID, 컴포넌트ID, 이벤트명, payload 필드를 함께 적습니다.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BF567-1132-402C-80A2-F38356CE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E4279-D333-4CB3-A722-124222B7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화면상세 초안 | 모바일 화면 기준 1080x1920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671006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4A9A9-13D3-424F-90A8-8B75DA29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58AD6-9A8F-4448-A34D-D72FB1ED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handoff tickets</a:t>
            </a:r>
          </a:p>
        </p:txBody>
      </p:sp>
      <p:sp>
        <p:nvSpPr>
          <p:cNvPr id="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A7758E60-BCC0-48BB-90D3-A904E43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90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개발 티켓으로 넘길 단위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F4BE0-E76F-476C-90E0-1F98544E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439C0-D295-47BA-A910-5DBB9293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32410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60C49-99EE-4B5A-9296-84626461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466975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8674E-6EA8-47F1-A5CE-91327BA1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324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48084-AEC2-4CB5-AB9A-BF46C9A7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2466975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컴포넌트/위치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6F82C-23C8-454E-A158-0E589709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23241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09F0C-9808-44B3-863D-F1E60CDF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2466975"/>
            <a:ext cx="575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사용자 액션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7979C-8D79-457C-8534-D7436401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32410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4214-86EA-4B13-9DC6-0927AF4B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200" y="2466975"/>
            <a:ext cx="556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이벤트/다음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63C11-632E-4189-A7CC-5743ABC1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8384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4BB26-0A03-4E51-9C64-A57B2AC6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952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AE652-7C6D-45EC-80A8-7E896626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8384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1719C-157B-4715-BBDF-120EC0FA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9527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P-01 운동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8476D-55A1-4802-BA9C-A133A0EF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28384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94DB3-3D56-46CE-9A3D-8BB8D1A1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9527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카드 상태/비활성 처리 구현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F68D0-7EDD-4902-A3DD-96A85058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83845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41273-864D-421C-A161-FD6157C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29527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AC: requiresReview 탭 차단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B43BC-48A3-4157-B6DF-E3BB5D96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4480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46DA5-53B7-47D9-98C2-0F41CB0E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5623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55567-36CB-4293-94F0-E219331A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34480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A3025-61C1-4390-A600-816D182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35623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P-02 안내 화면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79692-5262-41E8-8676-9599E84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34480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2DDD59-5F49-4706-9B29-8BB4128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5623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요약/주의/시작 구현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DE54B-DE57-426F-AF5C-EE0CF26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44805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050690-7E36-44F9-9CD5-E4CF278B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35623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AC: tapStart 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63A7E3-FC99-4B92-B386-E3E35AAD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0576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A5F9B4-6CA0-4468-B59C-DF26C401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1719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DBAEAF-23FF-4A2D-8292-51A87B6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40576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4D580-CC23-4CEB-9BB5-23F4E145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1719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P-03 수행 화면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38EE2A-6498-4976-9D3D-F2BE3CD7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40576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BB7D75-6296-4542-B4FA-032B60D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1719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타이머/반응/안전 버튼 구현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B2B419-C159-4F09-B429-4291747B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405765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4D01D-3317-42F8-909A-CA826792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41719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AC: rest/stop 항상 노출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1BECBC-A1A4-474B-BBB8-9F01CBD3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6672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7B4573-B391-46E0-9C9C-4BA9CCFC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7815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0FE8DC-FBD1-4ABB-9740-0182783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46672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FAB64E-22EE-41DF-90EC-7E8CDDBC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7815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P-04A 쉬어가기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B1B4EB-248A-490F-831E-3EFFFAC1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46672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21450D-7155-45FF-9DC8-8CC94A01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7815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휴식 타이머/계속/중단 구현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0C860A-DBAC-43EB-B8E0-2F7FF8ED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466725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ED9494-1B2E-478F-BBD4-17F13C93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47815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AC: REST 전이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F02AAF-852C-4EFB-8858-77F3EDEE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52768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E936BB-FCA5-4060-949E-F17A4A5B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3911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6CA6CA-26CB-4449-81F5-0A9B2055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2768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552CF4-702A-424E-8101-E07987E2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53911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P-04B 중단 입력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AC868C-518D-4056-AEB8-06BF43A6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52768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25112D-2648-44B1-B94C-897AA4BC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53911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필드 검증/저장 구현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ABB554-6A58-4482-A2A2-E26ACD3F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527685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A7B1AE-97A7-420A-A1E2-48936B03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53911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AC: reason 필수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11F549-DD16-4695-AAB3-BE8EF68F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58864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147727-C7A5-4D9C-B5DE-EBF22F61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000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553534-84E4-41C8-AB16-EE9C9A64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8864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BE7703-7CB4-4A0D-9799-5E3389FF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60007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P-05 완료 요약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7FB3AD-C9DB-438C-904E-9EEE184F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58864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2E98F4-FCCE-4E3A-B7FB-D9D0DF79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60007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저장/다시하기 구현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48D677-E1DD-46F7-A275-AA528ECB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588645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753942-2E8D-443C-B797-91DDE8E3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60007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AC: COMPLETE 저장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1B9EA9-1F19-468D-B6DF-3F3F718A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4960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E961E0-AE57-4E6A-9181-206ED65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6103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UX-07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6D3366-A03E-4CC0-B314-EB4BC8FA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64960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DF8E02-8E57-44B5-89FC-B3630671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66103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T-01 세션 상세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1622DF-E111-44DE-B11C-7D3D13D8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64960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1FE27D-4744-4E72-AB12-FD8C66A7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66103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요약/이벤트/메모 구현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DEA415-396E-4F3F-BA36-EA2CF80A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649605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2EAF79-BE63-446D-8B8A-0DFB1482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6610350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AC: sessionId 조회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3FA2900-168F-48A6-89BA-2432CAF0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8610600"/>
            <a:ext cx="1409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다음 작업은 Figma 또는 HTML 프로토타입에서 각 화면의 실제 간격과 터치 영역을 검증하는 것입니다.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AF7186-26C2-44BF-AFAE-AF302AE1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CA2B94-52C3-45EB-895A-25EEE301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428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다음 산출물 후보: 화면별 Figma 프레임 / HTML 클릭 프로토타입 / 이벤트 JSON 샘플</a:t>
            </a:r>
          </a:p>
        </p:txBody>
      </p:sp>
    </p:spTree>
    <p:extLst>
      <p:ext uri="{BB962C8B-B14F-4D97-AF65-F5344CB8AC3E}">
        <p14:creationId xmlns:p14="http://schemas.microsoft.com/office/powerpoint/2010/main" val="1536497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2026-05-12T00:58:24.3930000Z</dcterms:created>
  <dcterms:modified xsi:type="dcterms:W3CDTF">2026-05-12T00:58:24.3930000Z</dcterms:modified>
</coreProperties>
</file>